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3"/>
  </p:sldMasterIdLst>
  <p:notesMasterIdLst>
    <p:notesMasterId r:id="rId13"/>
  </p:notesMasterIdLst>
  <p:sldIdLst>
    <p:sldId id="256" r:id="rId4"/>
    <p:sldId id="258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0969625" cy="6170613"/>
  <p:notesSz cx="6858000" cy="9144000"/>
  <p:custDataLst>
    <p:tags r:id="rId14"/>
  </p:custDataLst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1pPr>
    <a:lvl2pPr marL="411137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2pPr>
    <a:lvl3pPr marL="8222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3pPr>
    <a:lvl4pPr marL="1233411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4pPr>
    <a:lvl5pPr marL="164454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5pPr>
    <a:lvl6pPr marL="2055686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6pPr>
    <a:lvl7pPr marL="2466823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7pPr>
    <a:lvl8pPr marL="2877960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8pPr>
    <a:lvl9pPr marL="3289097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83A17E-28F8-4A31-BB92-3F6325FB3CE9}" v="1" dt="2025-06-30T03:33:03.6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91" d="100"/>
          <a:sy n="91" d="100"/>
        </p:scale>
        <p:origin x="71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microsoft.com/office/2016/11/relationships/changesInfo" Target="changesInfos/changesInfo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ags" Target="tags/tag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IXED-TERM Sharma Abhiram (SX/EHB1-MM)" userId="9a5255af-848b-4a22-8418-023381d98ffa" providerId="ADAL" clId="{F983A17E-28F8-4A31-BB92-3F6325FB3CE9}"/>
    <pc:docChg chg="undo custSel addSld delSld modSld">
      <pc:chgData name="FIXED-TERM Sharma Abhiram (SX/EHB1-MM)" userId="9a5255af-848b-4a22-8418-023381d98ffa" providerId="ADAL" clId="{F983A17E-28F8-4A31-BB92-3F6325FB3CE9}" dt="2025-06-30T03:34:40.163" v="59" actId="20577"/>
      <pc:docMkLst>
        <pc:docMk/>
      </pc:docMkLst>
      <pc:sldChg chg="modSp mod">
        <pc:chgData name="FIXED-TERM Sharma Abhiram (SX/EHB1-MM)" userId="9a5255af-848b-4a22-8418-023381d98ffa" providerId="ADAL" clId="{F983A17E-28F8-4A31-BB92-3F6325FB3CE9}" dt="2025-06-30T03:27:08.147" v="27" actId="20577"/>
        <pc:sldMkLst>
          <pc:docMk/>
          <pc:sldMk cId="28530264" sldId="256"/>
        </pc:sldMkLst>
        <pc:spChg chg="mod">
          <ac:chgData name="FIXED-TERM Sharma Abhiram (SX/EHB1-MM)" userId="9a5255af-848b-4a22-8418-023381d98ffa" providerId="ADAL" clId="{F983A17E-28F8-4A31-BB92-3F6325FB3CE9}" dt="2025-06-30T03:27:08.147" v="27" actId="20577"/>
          <ac:spMkLst>
            <pc:docMk/>
            <pc:sldMk cId="28530264" sldId="256"/>
            <ac:spMk id="2" creationId="{17DB89E0-89D9-4425-AE04-BF03119740B1}"/>
          </ac:spMkLst>
        </pc:spChg>
      </pc:sldChg>
      <pc:sldChg chg="mod modShow">
        <pc:chgData name="FIXED-TERM Sharma Abhiram (SX/EHB1-MM)" userId="9a5255af-848b-4a22-8418-023381d98ffa" providerId="ADAL" clId="{F983A17E-28F8-4A31-BB92-3F6325FB3CE9}" dt="2025-06-30T03:27:38.878" v="28" actId="729"/>
        <pc:sldMkLst>
          <pc:docMk/>
          <pc:sldMk cId="1434186896" sldId="259"/>
        </pc:sldMkLst>
      </pc:sldChg>
      <pc:sldChg chg="del">
        <pc:chgData name="FIXED-TERM Sharma Abhiram (SX/EHB1-MM)" userId="9a5255af-848b-4a22-8418-023381d98ffa" providerId="ADAL" clId="{F983A17E-28F8-4A31-BB92-3F6325FB3CE9}" dt="2025-06-30T03:28:20.913" v="30" actId="2696"/>
        <pc:sldMkLst>
          <pc:docMk/>
          <pc:sldMk cId="1247113551" sldId="265"/>
        </pc:sldMkLst>
      </pc:sldChg>
      <pc:sldChg chg="add del">
        <pc:chgData name="FIXED-TERM Sharma Abhiram (SX/EHB1-MM)" userId="9a5255af-848b-4a22-8418-023381d98ffa" providerId="ADAL" clId="{F983A17E-28F8-4A31-BB92-3F6325FB3CE9}" dt="2025-06-30T03:28:59.609" v="35" actId="47"/>
        <pc:sldMkLst>
          <pc:docMk/>
          <pc:sldMk cId="2545701475" sldId="266"/>
        </pc:sldMkLst>
      </pc:sldChg>
      <pc:sldChg chg="del">
        <pc:chgData name="FIXED-TERM Sharma Abhiram (SX/EHB1-MM)" userId="9a5255af-848b-4a22-8418-023381d98ffa" providerId="ADAL" clId="{F983A17E-28F8-4A31-BB92-3F6325FB3CE9}" dt="2025-06-30T03:28:20.913" v="30" actId="2696"/>
        <pc:sldMkLst>
          <pc:docMk/>
          <pc:sldMk cId="3481280822" sldId="267"/>
        </pc:sldMkLst>
      </pc:sldChg>
      <pc:sldChg chg="del">
        <pc:chgData name="FIXED-TERM Sharma Abhiram (SX/EHB1-MM)" userId="9a5255af-848b-4a22-8418-023381d98ffa" providerId="ADAL" clId="{F983A17E-28F8-4A31-BB92-3F6325FB3CE9}" dt="2025-06-30T03:28:53.219" v="33" actId="47"/>
        <pc:sldMkLst>
          <pc:docMk/>
          <pc:sldMk cId="504903869" sldId="268"/>
        </pc:sldMkLst>
      </pc:sldChg>
      <pc:sldChg chg="addSp modSp mod">
        <pc:chgData name="FIXED-TERM Sharma Abhiram (SX/EHB1-MM)" userId="9a5255af-848b-4a22-8418-023381d98ffa" providerId="ADAL" clId="{F983A17E-28F8-4A31-BB92-3F6325FB3CE9}" dt="2025-06-30T03:34:40.163" v="59" actId="20577"/>
        <pc:sldMkLst>
          <pc:docMk/>
          <pc:sldMk cId="157364098" sldId="269"/>
        </pc:sldMkLst>
        <pc:spChg chg="mod">
          <ac:chgData name="FIXED-TERM Sharma Abhiram (SX/EHB1-MM)" userId="9a5255af-848b-4a22-8418-023381d98ffa" providerId="ADAL" clId="{F983A17E-28F8-4A31-BB92-3F6325FB3CE9}" dt="2025-06-30T03:34:40.163" v="59" actId="20577"/>
          <ac:spMkLst>
            <pc:docMk/>
            <pc:sldMk cId="157364098" sldId="269"/>
            <ac:spMk id="7" creationId="{E8562566-F5E5-11EB-0927-2B45C2BBD2B5}"/>
          </ac:spMkLst>
        </pc:spChg>
        <pc:picChg chg="add mod">
          <ac:chgData name="FIXED-TERM Sharma Abhiram (SX/EHB1-MM)" userId="9a5255af-848b-4a22-8418-023381d98ffa" providerId="ADAL" clId="{F983A17E-28F8-4A31-BB92-3F6325FB3CE9}" dt="2025-06-30T03:33:56.243" v="44" actId="1076"/>
          <ac:picMkLst>
            <pc:docMk/>
            <pc:sldMk cId="157364098" sldId="269"/>
            <ac:picMk id="6" creationId="{C9BE2BBF-B61E-86DB-F446-8B70AF17AB45}"/>
          </ac:picMkLst>
        </pc:picChg>
        <pc:picChg chg="mod">
          <ac:chgData name="FIXED-TERM Sharma Abhiram (SX/EHB1-MM)" userId="9a5255af-848b-4a22-8418-023381d98ffa" providerId="ADAL" clId="{F983A17E-28F8-4A31-BB92-3F6325FB3CE9}" dt="2025-06-30T03:34:07.959" v="46" actId="14100"/>
          <ac:picMkLst>
            <pc:docMk/>
            <pc:sldMk cId="157364098" sldId="269"/>
            <ac:picMk id="9" creationId="{2BCF3289-7FDB-797B-5DC6-43C78CBDE166}"/>
          </ac:picMkLst>
        </pc:picChg>
      </pc:sldChg>
      <pc:sldChg chg="del">
        <pc:chgData name="FIXED-TERM Sharma Abhiram (SX/EHB1-MM)" userId="9a5255af-848b-4a22-8418-023381d98ffa" providerId="ADAL" clId="{F983A17E-28F8-4A31-BB92-3F6325FB3CE9}" dt="2025-06-30T03:28:20.913" v="30" actId="2696"/>
        <pc:sldMkLst>
          <pc:docMk/>
          <pc:sldMk cId="326670945" sldId="271"/>
        </pc:sldMkLst>
      </pc:sldChg>
      <pc:sldChg chg="del">
        <pc:chgData name="FIXED-TERM Sharma Abhiram (SX/EHB1-MM)" userId="9a5255af-848b-4a22-8418-023381d98ffa" providerId="ADAL" clId="{F983A17E-28F8-4A31-BB92-3F6325FB3CE9}" dt="2025-06-30T03:28:20.913" v="30" actId="2696"/>
        <pc:sldMkLst>
          <pc:docMk/>
          <pc:sldMk cId="1396978667" sldId="272"/>
        </pc:sldMkLst>
      </pc:sldChg>
      <pc:sldChg chg="del">
        <pc:chgData name="FIXED-TERM Sharma Abhiram (SX/EHB1-MM)" userId="9a5255af-848b-4a22-8418-023381d98ffa" providerId="ADAL" clId="{F983A17E-28F8-4A31-BB92-3F6325FB3CE9}" dt="2025-06-30T03:28:15.937" v="29" actId="2696"/>
        <pc:sldMkLst>
          <pc:docMk/>
          <pc:sldMk cId="2278458540" sldId="273"/>
        </pc:sldMkLst>
      </pc:sldChg>
      <pc:sldChg chg="del">
        <pc:chgData name="FIXED-TERM Sharma Abhiram (SX/EHB1-MM)" userId="9a5255af-848b-4a22-8418-023381d98ffa" providerId="ADAL" clId="{F983A17E-28F8-4A31-BB92-3F6325FB3CE9}" dt="2025-06-30T03:28:20.913" v="30" actId="2696"/>
        <pc:sldMkLst>
          <pc:docMk/>
          <pc:sldMk cId="1365162761" sldId="275"/>
        </pc:sldMkLst>
      </pc:sldChg>
      <pc:sldChg chg="del">
        <pc:chgData name="FIXED-TERM Sharma Abhiram (SX/EHB1-MM)" userId="9a5255af-848b-4a22-8418-023381d98ffa" providerId="ADAL" clId="{F983A17E-28F8-4A31-BB92-3F6325FB3CE9}" dt="2025-06-30T03:28:15.937" v="29" actId="2696"/>
        <pc:sldMkLst>
          <pc:docMk/>
          <pc:sldMk cId="3789765681" sldId="276"/>
        </pc:sldMkLst>
      </pc:sldChg>
      <pc:sldChg chg="del">
        <pc:chgData name="FIXED-TERM Sharma Abhiram (SX/EHB1-MM)" userId="9a5255af-848b-4a22-8418-023381d98ffa" providerId="ADAL" clId="{F983A17E-28F8-4A31-BB92-3F6325FB3CE9}" dt="2025-06-30T03:28:15.937" v="29" actId="2696"/>
        <pc:sldMkLst>
          <pc:docMk/>
          <pc:sldMk cId="2169252458" sldId="278"/>
        </pc:sldMkLst>
      </pc:sldChg>
      <pc:sldChg chg="new del">
        <pc:chgData name="FIXED-TERM Sharma Abhiram (SX/EHB1-MM)" userId="9a5255af-848b-4a22-8418-023381d98ffa" providerId="ADAL" clId="{F983A17E-28F8-4A31-BB92-3F6325FB3CE9}" dt="2025-06-30T03:28:51.193" v="32" actId="680"/>
        <pc:sldMkLst>
          <pc:docMk/>
          <pc:sldMk cId="1642946388" sldId="281"/>
        </pc:sldMkLst>
      </pc:sldChg>
      <pc:sldChg chg="del">
        <pc:chgData name="FIXED-TERM Sharma Abhiram (SX/EHB1-MM)" userId="9a5255af-848b-4a22-8418-023381d98ffa" providerId="ADAL" clId="{F983A17E-28F8-4A31-BB92-3F6325FB3CE9}" dt="2025-06-30T03:28:15.937" v="29" actId="2696"/>
        <pc:sldMkLst>
          <pc:docMk/>
          <pc:sldMk cId="3835743698" sldId="281"/>
        </pc:sldMkLst>
      </pc:sldChg>
      <pc:sldChg chg="del">
        <pc:chgData name="FIXED-TERM Sharma Abhiram (SX/EHB1-MM)" userId="9a5255af-848b-4a22-8418-023381d98ffa" providerId="ADAL" clId="{F983A17E-28F8-4A31-BB92-3F6325FB3CE9}" dt="2025-06-30T03:28:15.937" v="29" actId="2696"/>
        <pc:sldMkLst>
          <pc:docMk/>
          <pc:sldMk cId="2762807444" sldId="282"/>
        </pc:sldMkLst>
      </pc:sldChg>
    </pc:docChg>
  </pc:docChgLst>
  <pc:docChgLst>
    <pc:chgData name="FIXED-TERM Sharma Abhiram (SX/EHB1-MM)" userId="9a5255af-848b-4a22-8418-023381d98ffa" providerId="ADAL" clId="{2EC169EF-1880-4BA5-8A1C-3CB542ACB209}"/>
    <pc:docChg chg="undo custSel addSld modSld sldOrd">
      <pc:chgData name="FIXED-TERM Sharma Abhiram (SX/EHB1-MM)" userId="9a5255af-848b-4a22-8418-023381d98ffa" providerId="ADAL" clId="{2EC169EF-1880-4BA5-8A1C-3CB542ACB209}" dt="2025-06-23T11:22:49.780" v="583" actId="14100"/>
      <pc:docMkLst>
        <pc:docMk/>
      </pc:docMkLst>
      <pc:sldChg chg="addSp modSp">
        <pc:chgData name="FIXED-TERM Sharma Abhiram (SX/EHB1-MM)" userId="9a5255af-848b-4a22-8418-023381d98ffa" providerId="ADAL" clId="{2EC169EF-1880-4BA5-8A1C-3CB542ACB209}" dt="2025-06-23T11:11:43.782" v="525" actId="14100"/>
        <pc:sldMkLst>
          <pc:docMk/>
          <pc:sldMk cId="307021269" sldId="263"/>
        </pc:sldMkLst>
        <pc:picChg chg="add mod">
          <ac:chgData name="FIXED-TERM Sharma Abhiram (SX/EHB1-MM)" userId="9a5255af-848b-4a22-8418-023381d98ffa" providerId="ADAL" clId="{2EC169EF-1880-4BA5-8A1C-3CB542ACB209}" dt="2025-06-23T11:11:37.254" v="524" actId="1076"/>
          <ac:picMkLst>
            <pc:docMk/>
            <pc:sldMk cId="307021269" sldId="263"/>
            <ac:picMk id="1026" creationId="{9BEAC699-754F-9A84-99C0-29883818FBBF}"/>
          </ac:picMkLst>
        </pc:picChg>
        <pc:picChg chg="add mod">
          <ac:chgData name="FIXED-TERM Sharma Abhiram (SX/EHB1-MM)" userId="9a5255af-848b-4a22-8418-023381d98ffa" providerId="ADAL" clId="{2EC169EF-1880-4BA5-8A1C-3CB542ACB209}" dt="2025-06-23T11:11:43.782" v="525" actId="14100"/>
          <ac:picMkLst>
            <pc:docMk/>
            <pc:sldMk cId="307021269" sldId="263"/>
            <ac:picMk id="1028" creationId="{963D2B00-9B8C-EB17-424C-1434C21EA375}"/>
          </ac:picMkLst>
        </pc:picChg>
        <pc:picChg chg="add mod">
          <ac:chgData name="FIXED-TERM Sharma Abhiram (SX/EHB1-MM)" userId="9a5255af-848b-4a22-8418-023381d98ffa" providerId="ADAL" clId="{2EC169EF-1880-4BA5-8A1C-3CB542ACB209}" dt="2025-06-23T11:11:31.122" v="522" actId="1076"/>
          <ac:picMkLst>
            <pc:docMk/>
            <pc:sldMk cId="307021269" sldId="263"/>
            <ac:picMk id="1030" creationId="{08E8A935-9EAB-F5D9-73AD-5EDC18C8EB75}"/>
          </ac:picMkLst>
        </pc:picChg>
      </pc:sldChg>
      <pc:sldChg chg="addSp delSp modSp mod">
        <pc:chgData name="FIXED-TERM Sharma Abhiram (SX/EHB1-MM)" userId="9a5255af-848b-4a22-8418-023381d98ffa" providerId="ADAL" clId="{2EC169EF-1880-4BA5-8A1C-3CB542ACB209}" dt="2025-06-23T10:58:48.557" v="374"/>
        <pc:sldMkLst>
          <pc:docMk/>
          <pc:sldMk cId="157364098" sldId="269"/>
        </pc:sldMkLst>
        <pc:spChg chg="del">
          <ac:chgData name="FIXED-TERM Sharma Abhiram (SX/EHB1-MM)" userId="9a5255af-848b-4a22-8418-023381d98ffa" providerId="ADAL" clId="{2EC169EF-1880-4BA5-8A1C-3CB542ACB209}" dt="2025-06-23T10:52:25.615" v="126" actId="478"/>
          <ac:spMkLst>
            <pc:docMk/>
            <pc:sldMk cId="157364098" sldId="269"/>
            <ac:spMk id="4" creationId="{5BCE852A-47D7-AED0-641B-5D61DAC089BC}"/>
          </ac:spMkLst>
        </pc:spChg>
        <pc:spChg chg="del">
          <ac:chgData name="FIXED-TERM Sharma Abhiram (SX/EHB1-MM)" userId="9a5255af-848b-4a22-8418-023381d98ffa" providerId="ADAL" clId="{2EC169EF-1880-4BA5-8A1C-3CB542ACB209}" dt="2025-06-23T10:52:27.481" v="127" actId="478"/>
          <ac:spMkLst>
            <pc:docMk/>
            <pc:sldMk cId="157364098" sldId="269"/>
            <ac:spMk id="6" creationId="{037F51F2-F0CF-C6CF-661F-7BD331279002}"/>
          </ac:spMkLst>
        </pc:spChg>
        <pc:spChg chg="add del mod">
          <ac:chgData name="FIXED-TERM Sharma Abhiram (SX/EHB1-MM)" userId="9a5255af-848b-4a22-8418-023381d98ffa" providerId="ADAL" clId="{2EC169EF-1880-4BA5-8A1C-3CB542ACB209}" dt="2025-06-23T10:58:48.557" v="374"/>
          <ac:spMkLst>
            <pc:docMk/>
            <pc:sldMk cId="157364098" sldId="269"/>
            <ac:spMk id="7" creationId="{E8562566-F5E5-11EB-0927-2B45C2BBD2B5}"/>
          </ac:spMkLst>
        </pc:spChg>
        <pc:picChg chg="add mod">
          <ac:chgData name="FIXED-TERM Sharma Abhiram (SX/EHB1-MM)" userId="9a5255af-848b-4a22-8418-023381d98ffa" providerId="ADAL" clId="{2EC169EF-1880-4BA5-8A1C-3CB542ACB209}" dt="2025-06-23T10:58:34.486" v="368" actId="1076"/>
          <ac:picMkLst>
            <pc:docMk/>
            <pc:sldMk cId="157364098" sldId="269"/>
            <ac:picMk id="9" creationId="{2BCF3289-7FDB-797B-5DC6-43C78CBDE166}"/>
          </ac:picMkLst>
        </pc:picChg>
      </pc:sldChg>
      <pc:sldChg chg="modSp mod">
        <pc:chgData name="FIXED-TERM Sharma Abhiram (SX/EHB1-MM)" userId="9a5255af-848b-4a22-8418-023381d98ffa" providerId="ADAL" clId="{2EC169EF-1880-4BA5-8A1C-3CB542ACB209}" dt="2025-06-23T11:12:43.701" v="531" actId="1036"/>
        <pc:sldMkLst>
          <pc:docMk/>
          <pc:sldMk cId="3714716602" sldId="270"/>
        </pc:sldMkLst>
        <pc:spChg chg="mod">
          <ac:chgData name="FIXED-TERM Sharma Abhiram (SX/EHB1-MM)" userId="9a5255af-848b-4a22-8418-023381d98ffa" providerId="ADAL" clId="{2EC169EF-1880-4BA5-8A1C-3CB542ACB209}" dt="2025-06-23T11:12:39.945" v="528" actId="1076"/>
          <ac:spMkLst>
            <pc:docMk/>
            <pc:sldMk cId="3714716602" sldId="270"/>
            <ac:spMk id="8" creationId="{724C5707-D05B-F6B4-8867-45F3F945D4B6}"/>
          </ac:spMkLst>
        </pc:spChg>
        <pc:spChg chg="mod">
          <ac:chgData name="FIXED-TERM Sharma Abhiram (SX/EHB1-MM)" userId="9a5255af-848b-4a22-8418-023381d98ffa" providerId="ADAL" clId="{2EC169EF-1880-4BA5-8A1C-3CB542ACB209}" dt="2025-06-23T11:12:43.701" v="531" actId="1036"/>
          <ac:spMkLst>
            <pc:docMk/>
            <pc:sldMk cId="3714716602" sldId="270"/>
            <ac:spMk id="9" creationId="{7D1D0F44-C06C-60B0-A58E-754CBBFB4C75}"/>
          </ac:spMkLst>
        </pc:spChg>
      </pc:sldChg>
      <pc:sldChg chg="addSp delSp modSp mod">
        <pc:chgData name="FIXED-TERM Sharma Abhiram (SX/EHB1-MM)" userId="9a5255af-848b-4a22-8418-023381d98ffa" providerId="ADAL" clId="{2EC169EF-1880-4BA5-8A1C-3CB542ACB209}" dt="2025-06-23T11:05:13.656" v="458" actId="20577"/>
        <pc:sldMkLst>
          <pc:docMk/>
          <pc:sldMk cId="3789765681" sldId="276"/>
        </pc:sldMkLst>
        <pc:spChg chg="mod">
          <ac:chgData name="FIXED-TERM Sharma Abhiram (SX/EHB1-MM)" userId="9a5255af-848b-4a22-8418-023381d98ffa" providerId="ADAL" clId="{2EC169EF-1880-4BA5-8A1C-3CB542ACB209}" dt="2025-06-23T11:05:13.656" v="458" actId="20577"/>
          <ac:spMkLst>
            <pc:docMk/>
            <pc:sldMk cId="3789765681" sldId="276"/>
            <ac:spMk id="2" creationId="{252609F1-32F5-7954-FC80-79C7E611ED19}"/>
          </ac:spMkLst>
        </pc:spChg>
        <pc:spChg chg="add del">
          <ac:chgData name="FIXED-TERM Sharma Abhiram (SX/EHB1-MM)" userId="9a5255af-848b-4a22-8418-023381d98ffa" providerId="ADAL" clId="{2EC169EF-1880-4BA5-8A1C-3CB542ACB209}" dt="2025-06-19T04:07:07.532" v="103" actId="22"/>
          <ac:spMkLst>
            <pc:docMk/>
            <pc:sldMk cId="3789765681" sldId="276"/>
            <ac:spMk id="6" creationId="{C701B232-6F3C-B629-CFEF-3A33CAEE47FC}"/>
          </ac:spMkLst>
        </pc:spChg>
        <pc:picChg chg="del">
          <ac:chgData name="FIXED-TERM Sharma Abhiram (SX/EHB1-MM)" userId="9a5255af-848b-4a22-8418-023381d98ffa" providerId="ADAL" clId="{2EC169EF-1880-4BA5-8A1C-3CB542ACB209}" dt="2025-06-19T04:07:30.140" v="106" actId="478"/>
          <ac:picMkLst>
            <pc:docMk/>
            <pc:sldMk cId="3789765681" sldId="276"/>
            <ac:picMk id="7" creationId="{FB6D7C09-06C9-B093-2070-204A1C836094}"/>
          </ac:picMkLst>
        </pc:picChg>
        <pc:picChg chg="del">
          <ac:chgData name="FIXED-TERM Sharma Abhiram (SX/EHB1-MM)" userId="9a5255af-848b-4a22-8418-023381d98ffa" providerId="ADAL" clId="{2EC169EF-1880-4BA5-8A1C-3CB542ACB209}" dt="2025-06-19T04:07:30.657" v="107" actId="478"/>
          <ac:picMkLst>
            <pc:docMk/>
            <pc:sldMk cId="3789765681" sldId="276"/>
            <ac:picMk id="9" creationId="{88E335ED-243D-F586-DF8E-FC4253D486CE}"/>
          </ac:picMkLst>
        </pc:picChg>
        <pc:picChg chg="add mod">
          <ac:chgData name="FIXED-TERM Sharma Abhiram (SX/EHB1-MM)" userId="9a5255af-848b-4a22-8418-023381d98ffa" providerId="ADAL" clId="{2EC169EF-1880-4BA5-8A1C-3CB542ACB209}" dt="2025-06-19T04:09:20.034" v="122" actId="1037"/>
          <ac:picMkLst>
            <pc:docMk/>
            <pc:sldMk cId="3789765681" sldId="276"/>
            <ac:picMk id="10" creationId="{74A26307-EC56-3618-DB11-43E0A3B35DA5}"/>
          </ac:picMkLst>
        </pc:picChg>
        <pc:picChg chg="add mod">
          <ac:chgData name="FIXED-TERM Sharma Abhiram (SX/EHB1-MM)" userId="9a5255af-848b-4a22-8418-023381d98ffa" providerId="ADAL" clId="{2EC169EF-1880-4BA5-8A1C-3CB542ACB209}" dt="2025-06-19T04:09:08.301" v="117" actId="1076"/>
          <ac:picMkLst>
            <pc:docMk/>
            <pc:sldMk cId="3789765681" sldId="276"/>
            <ac:picMk id="12" creationId="{06297B43-B6CD-1AB2-ACF6-BAEF3F187ABD}"/>
          </ac:picMkLst>
        </pc:picChg>
      </pc:sldChg>
      <pc:sldChg chg="addSp delSp modSp mod">
        <pc:chgData name="FIXED-TERM Sharma Abhiram (SX/EHB1-MM)" userId="9a5255af-848b-4a22-8418-023381d98ffa" providerId="ADAL" clId="{2EC169EF-1880-4BA5-8A1C-3CB542ACB209}" dt="2025-06-17T09:46:37.720" v="77" actId="22"/>
        <pc:sldMkLst>
          <pc:docMk/>
          <pc:sldMk cId="578638779" sldId="279"/>
        </pc:sldMkLst>
        <pc:spChg chg="mod">
          <ac:chgData name="FIXED-TERM Sharma Abhiram (SX/EHB1-MM)" userId="9a5255af-848b-4a22-8418-023381d98ffa" providerId="ADAL" clId="{2EC169EF-1880-4BA5-8A1C-3CB542ACB209}" dt="2025-06-17T09:43:56.426" v="33" actId="20577"/>
          <ac:spMkLst>
            <pc:docMk/>
            <pc:sldMk cId="578638779" sldId="279"/>
            <ac:spMk id="2" creationId="{234030B0-7F33-A574-3541-C45D90BF16B5}"/>
          </ac:spMkLst>
        </pc:spChg>
        <pc:spChg chg="mod">
          <ac:chgData name="FIXED-TERM Sharma Abhiram (SX/EHB1-MM)" userId="9a5255af-848b-4a22-8418-023381d98ffa" providerId="ADAL" clId="{2EC169EF-1880-4BA5-8A1C-3CB542ACB209}" dt="2025-06-17T09:44:09.616" v="65" actId="20577"/>
          <ac:spMkLst>
            <pc:docMk/>
            <pc:sldMk cId="578638779" sldId="279"/>
            <ac:spMk id="3" creationId="{4B6AA9E9-7925-1FC0-7D7B-03151406EA2B}"/>
          </ac:spMkLst>
        </pc:spChg>
        <pc:picChg chg="add mod">
          <ac:chgData name="FIXED-TERM Sharma Abhiram (SX/EHB1-MM)" userId="9a5255af-848b-4a22-8418-023381d98ffa" providerId="ADAL" clId="{2EC169EF-1880-4BA5-8A1C-3CB542ACB209}" dt="2025-06-17T09:42:58.840" v="3" actId="14100"/>
          <ac:picMkLst>
            <pc:docMk/>
            <pc:sldMk cId="578638779" sldId="279"/>
            <ac:picMk id="6" creationId="{5B212F7E-53BA-9BF9-4B99-26725EBDC48F}"/>
          </ac:picMkLst>
        </pc:picChg>
        <pc:picChg chg="add mod">
          <ac:chgData name="FIXED-TERM Sharma Abhiram (SX/EHB1-MM)" userId="9a5255af-848b-4a22-8418-023381d98ffa" providerId="ADAL" clId="{2EC169EF-1880-4BA5-8A1C-3CB542ACB209}" dt="2025-06-17T09:43:42.580" v="7" actId="14100"/>
          <ac:picMkLst>
            <pc:docMk/>
            <pc:sldMk cId="578638779" sldId="279"/>
            <ac:picMk id="8" creationId="{46CA99EF-503C-A00E-2094-A3FCA28F78B4}"/>
          </ac:picMkLst>
        </pc:picChg>
        <pc:picChg chg="add mod">
          <ac:chgData name="FIXED-TERM Sharma Abhiram (SX/EHB1-MM)" userId="9a5255af-848b-4a22-8418-023381d98ffa" providerId="ADAL" clId="{2EC169EF-1880-4BA5-8A1C-3CB542ACB209}" dt="2025-06-17T09:46:27.428" v="75" actId="1076"/>
          <ac:picMkLst>
            <pc:docMk/>
            <pc:sldMk cId="578638779" sldId="279"/>
            <ac:picMk id="10" creationId="{B5616636-387B-4C60-ABB3-ABB56C76A925}"/>
          </ac:picMkLst>
        </pc:picChg>
        <pc:picChg chg="add del">
          <ac:chgData name="FIXED-TERM Sharma Abhiram (SX/EHB1-MM)" userId="9a5255af-848b-4a22-8418-023381d98ffa" providerId="ADAL" clId="{2EC169EF-1880-4BA5-8A1C-3CB542ACB209}" dt="2025-06-17T09:46:37.720" v="77" actId="22"/>
          <ac:picMkLst>
            <pc:docMk/>
            <pc:sldMk cId="578638779" sldId="279"/>
            <ac:picMk id="12" creationId="{FEE2D72D-C517-424F-E264-35129B808E14}"/>
          </ac:picMkLst>
        </pc:picChg>
      </pc:sldChg>
      <pc:sldChg chg="addSp delSp modSp add mod">
        <pc:chgData name="FIXED-TERM Sharma Abhiram (SX/EHB1-MM)" userId="9a5255af-848b-4a22-8418-023381d98ffa" providerId="ADAL" clId="{2EC169EF-1880-4BA5-8A1C-3CB542ACB209}" dt="2025-06-17T09:50:00.751" v="101" actId="1076"/>
        <pc:sldMkLst>
          <pc:docMk/>
          <pc:sldMk cId="1753269763" sldId="280"/>
        </pc:sldMkLst>
        <pc:spChg chg="mod">
          <ac:chgData name="FIXED-TERM Sharma Abhiram (SX/EHB1-MM)" userId="9a5255af-848b-4a22-8418-023381d98ffa" providerId="ADAL" clId="{2EC169EF-1880-4BA5-8A1C-3CB542ACB209}" dt="2025-06-17T09:48:40.142" v="100" actId="20577"/>
          <ac:spMkLst>
            <pc:docMk/>
            <pc:sldMk cId="1753269763" sldId="280"/>
            <ac:spMk id="2" creationId="{234030B0-7F33-A574-3541-C45D90BF16B5}"/>
          </ac:spMkLst>
        </pc:spChg>
        <pc:picChg chg="del">
          <ac:chgData name="FIXED-TERM Sharma Abhiram (SX/EHB1-MM)" userId="9a5255af-848b-4a22-8418-023381d98ffa" providerId="ADAL" clId="{2EC169EF-1880-4BA5-8A1C-3CB542ACB209}" dt="2025-06-17T09:46:50.043" v="79" actId="478"/>
          <ac:picMkLst>
            <pc:docMk/>
            <pc:sldMk cId="1753269763" sldId="280"/>
            <ac:picMk id="6" creationId="{5B212F7E-53BA-9BF9-4B99-26725EBDC48F}"/>
          </ac:picMkLst>
        </pc:picChg>
        <pc:picChg chg="add mod">
          <ac:chgData name="FIXED-TERM Sharma Abhiram (SX/EHB1-MM)" userId="9a5255af-848b-4a22-8418-023381d98ffa" providerId="ADAL" clId="{2EC169EF-1880-4BA5-8A1C-3CB542ACB209}" dt="2025-06-17T09:50:00.751" v="101" actId="1076"/>
          <ac:picMkLst>
            <pc:docMk/>
            <pc:sldMk cId="1753269763" sldId="280"/>
            <ac:picMk id="7" creationId="{F10565BB-4AA2-68AF-1290-5EEA1DFB3E55}"/>
          </ac:picMkLst>
        </pc:picChg>
        <pc:picChg chg="del">
          <ac:chgData name="FIXED-TERM Sharma Abhiram (SX/EHB1-MM)" userId="9a5255af-848b-4a22-8418-023381d98ffa" providerId="ADAL" clId="{2EC169EF-1880-4BA5-8A1C-3CB542ACB209}" dt="2025-06-17T09:46:50.483" v="80" actId="478"/>
          <ac:picMkLst>
            <pc:docMk/>
            <pc:sldMk cId="1753269763" sldId="280"/>
            <ac:picMk id="8" creationId="{46CA99EF-503C-A00E-2094-A3FCA28F78B4}"/>
          </ac:picMkLst>
        </pc:picChg>
        <pc:picChg chg="del">
          <ac:chgData name="FIXED-TERM Sharma Abhiram (SX/EHB1-MM)" userId="9a5255af-848b-4a22-8418-023381d98ffa" providerId="ADAL" clId="{2EC169EF-1880-4BA5-8A1C-3CB542ACB209}" dt="2025-06-17T09:46:51.005" v="81" actId="478"/>
          <ac:picMkLst>
            <pc:docMk/>
            <pc:sldMk cId="1753269763" sldId="280"/>
            <ac:picMk id="10" creationId="{B5616636-387B-4C60-ABB3-ABB56C76A925}"/>
          </ac:picMkLst>
        </pc:picChg>
      </pc:sldChg>
      <pc:sldChg chg="addSp delSp modSp add mod ord">
        <pc:chgData name="FIXED-TERM Sharma Abhiram (SX/EHB1-MM)" userId="9a5255af-848b-4a22-8418-023381d98ffa" providerId="ADAL" clId="{2EC169EF-1880-4BA5-8A1C-3CB542ACB209}" dt="2025-06-23T11:22:49.780" v="583" actId="14100"/>
        <pc:sldMkLst>
          <pc:docMk/>
          <pc:sldMk cId="3835743698" sldId="281"/>
        </pc:sldMkLst>
        <pc:spChg chg="mod">
          <ac:chgData name="FIXED-TERM Sharma Abhiram (SX/EHB1-MM)" userId="9a5255af-848b-4a22-8418-023381d98ffa" providerId="ADAL" clId="{2EC169EF-1880-4BA5-8A1C-3CB542ACB209}" dt="2025-06-23T11:04:27.143" v="450" actId="20577"/>
          <ac:spMkLst>
            <pc:docMk/>
            <pc:sldMk cId="3835743698" sldId="281"/>
            <ac:spMk id="2" creationId="{252609F1-32F5-7954-FC80-79C7E611ED19}"/>
          </ac:spMkLst>
        </pc:spChg>
        <pc:spChg chg="mod">
          <ac:chgData name="FIXED-TERM Sharma Abhiram (SX/EHB1-MM)" userId="9a5255af-848b-4a22-8418-023381d98ffa" providerId="ADAL" clId="{2EC169EF-1880-4BA5-8A1C-3CB542ACB209}" dt="2025-06-23T11:04:10.683" v="408" actId="20577"/>
          <ac:spMkLst>
            <pc:docMk/>
            <pc:sldMk cId="3835743698" sldId="281"/>
            <ac:spMk id="3" creationId="{BEE3D88A-3E91-0ED3-E2BC-1EE959DC8B9E}"/>
          </ac:spMkLst>
        </pc:spChg>
        <pc:picChg chg="add mod">
          <ac:chgData name="FIXED-TERM Sharma Abhiram (SX/EHB1-MM)" userId="9a5255af-848b-4a22-8418-023381d98ffa" providerId="ADAL" clId="{2EC169EF-1880-4BA5-8A1C-3CB542ACB209}" dt="2025-06-23T11:16:14.813" v="534" actId="1076"/>
          <ac:picMkLst>
            <pc:docMk/>
            <pc:sldMk cId="3835743698" sldId="281"/>
            <ac:picMk id="6" creationId="{6780B81E-D4D1-2E4E-373E-F7F7AE0E14ED}"/>
          </ac:picMkLst>
        </pc:picChg>
        <pc:picChg chg="add mod">
          <ac:chgData name="FIXED-TERM Sharma Abhiram (SX/EHB1-MM)" userId="9a5255af-848b-4a22-8418-023381d98ffa" providerId="ADAL" clId="{2EC169EF-1880-4BA5-8A1C-3CB542ACB209}" dt="2025-06-23T11:21:50.415" v="569" actId="1076"/>
          <ac:picMkLst>
            <pc:docMk/>
            <pc:sldMk cId="3835743698" sldId="281"/>
            <ac:picMk id="8" creationId="{2AC07382-9B49-F20B-9981-9CE8C4C8FA37}"/>
          </ac:picMkLst>
        </pc:picChg>
        <pc:picChg chg="del">
          <ac:chgData name="FIXED-TERM Sharma Abhiram (SX/EHB1-MM)" userId="9a5255af-848b-4a22-8418-023381d98ffa" providerId="ADAL" clId="{2EC169EF-1880-4BA5-8A1C-3CB542ACB209}" dt="2025-06-23T11:02:10.890" v="378" actId="478"/>
          <ac:picMkLst>
            <pc:docMk/>
            <pc:sldMk cId="3835743698" sldId="281"/>
            <ac:picMk id="10" creationId="{74A26307-EC56-3618-DB11-43E0A3B35DA5}"/>
          </ac:picMkLst>
        </pc:picChg>
        <pc:picChg chg="add mod">
          <ac:chgData name="FIXED-TERM Sharma Abhiram (SX/EHB1-MM)" userId="9a5255af-848b-4a22-8418-023381d98ffa" providerId="ADAL" clId="{2EC169EF-1880-4BA5-8A1C-3CB542ACB209}" dt="2025-06-23T11:17:43.424" v="540" actId="1076"/>
          <ac:picMkLst>
            <pc:docMk/>
            <pc:sldMk cId="3835743698" sldId="281"/>
            <ac:picMk id="11" creationId="{A52136C8-3954-5F53-4702-A6621008D24F}"/>
          </ac:picMkLst>
        </pc:picChg>
        <pc:picChg chg="del">
          <ac:chgData name="FIXED-TERM Sharma Abhiram (SX/EHB1-MM)" userId="9a5255af-848b-4a22-8418-023381d98ffa" providerId="ADAL" clId="{2EC169EF-1880-4BA5-8A1C-3CB542ACB209}" dt="2025-06-23T11:02:11.426" v="379" actId="478"/>
          <ac:picMkLst>
            <pc:docMk/>
            <pc:sldMk cId="3835743698" sldId="281"/>
            <ac:picMk id="12" creationId="{06297B43-B6CD-1AB2-ACF6-BAEF3F187ABD}"/>
          </ac:picMkLst>
        </pc:picChg>
        <pc:picChg chg="add mod">
          <ac:chgData name="FIXED-TERM Sharma Abhiram (SX/EHB1-MM)" userId="9a5255af-848b-4a22-8418-023381d98ffa" providerId="ADAL" clId="{2EC169EF-1880-4BA5-8A1C-3CB542ACB209}" dt="2025-06-23T11:21:41.258" v="567" actId="1076"/>
          <ac:picMkLst>
            <pc:docMk/>
            <pc:sldMk cId="3835743698" sldId="281"/>
            <ac:picMk id="14" creationId="{848E889D-9D55-A86C-8C13-FF07868CDDC6}"/>
          </ac:picMkLst>
        </pc:picChg>
        <pc:picChg chg="add mod">
          <ac:chgData name="FIXED-TERM Sharma Abhiram (SX/EHB1-MM)" userId="9a5255af-848b-4a22-8418-023381d98ffa" providerId="ADAL" clId="{2EC169EF-1880-4BA5-8A1C-3CB542ACB209}" dt="2025-06-23T11:21:37.653" v="566" actId="1076"/>
          <ac:picMkLst>
            <pc:docMk/>
            <pc:sldMk cId="3835743698" sldId="281"/>
            <ac:picMk id="16" creationId="{E26CE39C-CE91-F3DD-529B-2D6D14500D98}"/>
          </ac:picMkLst>
        </pc:picChg>
        <pc:picChg chg="add mod modCrop">
          <ac:chgData name="FIXED-TERM Sharma Abhiram (SX/EHB1-MM)" userId="9a5255af-848b-4a22-8418-023381d98ffa" providerId="ADAL" clId="{2EC169EF-1880-4BA5-8A1C-3CB542ACB209}" dt="2025-06-23T11:22:49.780" v="583" actId="14100"/>
          <ac:picMkLst>
            <pc:docMk/>
            <pc:sldMk cId="3835743698" sldId="281"/>
            <ac:picMk id="18" creationId="{4D628791-894A-54F6-C18D-C4794AB82382}"/>
          </ac:picMkLst>
        </pc:picChg>
      </pc:sldChg>
      <pc:sldChg chg="addSp delSp modSp add mod">
        <pc:chgData name="FIXED-TERM Sharma Abhiram (SX/EHB1-MM)" userId="9a5255af-848b-4a22-8418-023381d98ffa" providerId="ADAL" clId="{2EC169EF-1880-4BA5-8A1C-3CB542ACB209}" dt="2025-06-23T11:07:48.884" v="513" actId="1076"/>
        <pc:sldMkLst>
          <pc:docMk/>
          <pc:sldMk cId="2762807444" sldId="282"/>
        </pc:sldMkLst>
        <pc:spChg chg="mod">
          <ac:chgData name="FIXED-TERM Sharma Abhiram (SX/EHB1-MM)" userId="9a5255af-848b-4a22-8418-023381d98ffa" providerId="ADAL" clId="{2EC169EF-1880-4BA5-8A1C-3CB542ACB209}" dt="2025-06-23T11:05:20.017" v="463" actId="20577"/>
          <ac:spMkLst>
            <pc:docMk/>
            <pc:sldMk cId="2762807444" sldId="282"/>
            <ac:spMk id="2" creationId="{252609F1-32F5-7954-FC80-79C7E611ED19}"/>
          </ac:spMkLst>
        </pc:spChg>
        <pc:picChg chg="add mod">
          <ac:chgData name="FIXED-TERM Sharma Abhiram (SX/EHB1-MM)" userId="9a5255af-848b-4a22-8418-023381d98ffa" providerId="ADAL" clId="{2EC169EF-1880-4BA5-8A1C-3CB542ACB209}" dt="2025-06-23T11:06:06.088" v="477" actId="14100"/>
          <ac:picMkLst>
            <pc:docMk/>
            <pc:sldMk cId="2762807444" sldId="282"/>
            <ac:picMk id="6" creationId="{D438C6D5-F883-6928-DC80-E114E2B599AB}"/>
          </ac:picMkLst>
        </pc:picChg>
        <pc:picChg chg="add mod">
          <ac:chgData name="FIXED-TERM Sharma Abhiram (SX/EHB1-MM)" userId="9a5255af-848b-4a22-8418-023381d98ffa" providerId="ADAL" clId="{2EC169EF-1880-4BA5-8A1C-3CB542ACB209}" dt="2025-06-23T11:06:13.122" v="502" actId="14100"/>
          <ac:picMkLst>
            <pc:docMk/>
            <pc:sldMk cId="2762807444" sldId="282"/>
            <ac:picMk id="8" creationId="{D14E5193-B4EF-371A-422E-F1F827FD56D2}"/>
          </ac:picMkLst>
        </pc:picChg>
        <pc:picChg chg="del">
          <ac:chgData name="FIXED-TERM Sharma Abhiram (SX/EHB1-MM)" userId="9a5255af-848b-4a22-8418-023381d98ffa" providerId="ADAL" clId="{2EC169EF-1880-4BA5-8A1C-3CB542ACB209}" dt="2025-06-23T11:05:07.079" v="452" actId="478"/>
          <ac:picMkLst>
            <pc:docMk/>
            <pc:sldMk cId="2762807444" sldId="282"/>
            <ac:picMk id="10" creationId="{74A26307-EC56-3618-DB11-43E0A3B35DA5}"/>
          </ac:picMkLst>
        </pc:picChg>
        <pc:picChg chg="add mod">
          <ac:chgData name="FIXED-TERM Sharma Abhiram (SX/EHB1-MM)" userId="9a5255af-848b-4a22-8418-023381d98ffa" providerId="ADAL" clId="{2EC169EF-1880-4BA5-8A1C-3CB542ACB209}" dt="2025-06-23T11:06:54.002" v="508" actId="1076"/>
          <ac:picMkLst>
            <pc:docMk/>
            <pc:sldMk cId="2762807444" sldId="282"/>
            <ac:picMk id="11" creationId="{F479081A-F5BC-25E9-B065-81B37B27BF46}"/>
          </ac:picMkLst>
        </pc:picChg>
        <pc:picChg chg="del">
          <ac:chgData name="FIXED-TERM Sharma Abhiram (SX/EHB1-MM)" userId="9a5255af-848b-4a22-8418-023381d98ffa" providerId="ADAL" clId="{2EC169EF-1880-4BA5-8A1C-3CB542ACB209}" dt="2025-06-23T11:05:07.522" v="453" actId="478"/>
          <ac:picMkLst>
            <pc:docMk/>
            <pc:sldMk cId="2762807444" sldId="282"/>
            <ac:picMk id="12" creationId="{06297B43-B6CD-1AB2-ACF6-BAEF3F187ABD}"/>
          </ac:picMkLst>
        </pc:picChg>
        <pc:picChg chg="add mod">
          <ac:chgData name="FIXED-TERM Sharma Abhiram (SX/EHB1-MM)" userId="9a5255af-848b-4a22-8418-023381d98ffa" providerId="ADAL" clId="{2EC169EF-1880-4BA5-8A1C-3CB542ACB209}" dt="2025-06-23T11:07:48.884" v="513" actId="1076"/>
          <ac:picMkLst>
            <pc:docMk/>
            <pc:sldMk cId="2762807444" sldId="282"/>
            <ac:picMk id="14" creationId="{A2B47089-6486-50C3-299C-12652E81D55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07911F-CEAF-4F0B-98BD-EFB38C6572AA}" type="datetimeFigureOut">
              <a:rPr lang="de-DE" smtClean="0"/>
              <a:t>30.06.2025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2D48B2-9EB0-4B37-9B35-FC11E2EA535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3153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Logo">
            <a:extLst>
              <a:ext uri="{FF2B5EF4-FFF2-40B4-BE49-F238E27FC236}">
                <a16:creationId xmlns:a16="http://schemas.microsoft.com/office/drawing/2014/main" id="{BF558F48-F6D6-4568-8DA6-55FAE81CC26F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7200" y="2602898"/>
            <a:ext cx="9268637" cy="1507549"/>
          </a:xfrm>
          <a:ln w="0">
            <a:noFill/>
          </a:ln>
          <a:effectLst/>
        </p:spPr>
        <p:txBody>
          <a:bodyPr anchor="b" anchorCtr="0">
            <a:normAutofit/>
          </a:bodyPr>
          <a:lstStyle>
            <a:lvl1pPr algn="l">
              <a:lnSpc>
                <a:spcPct val="100000"/>
              </a:lnSpc>
              <a:defRPr sz="4000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Presentation 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7B0DFCC-F037-4745-849A-E2902A32AC76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547200" y="4241130"/>
            <a:ext cx="9268637" cy="125436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noProof="1"/>
              <a:t>Name, Department, Date</a:t>
            </a:r>
          </a:p>
        </p:txBody>
      </p:sp>
      <p:pic>
        <p:nvPicPr>
          <p:cNvPr id="4" name="SuperGraphic">
            <a:extLst>
              <a:ext uri="{FF2B5EF4-FFF2-40B4-BE49-F238E27FC236}">
                <a16:creationId xmlns:a16="http://schemas.microsoft.com/office/drawing/2014/main" id="{862C2846-F73C-4F37-B810-57D2567D11EB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0969200" cy="205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84853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42" userDrawn="1">
          <p15:clr>
            <a:srgbClr val="FBAE40"/>
          </p15:clr>
        </p15:guide>
        <p15:guide id="2" pos="6185" userDrawn="1">
          <p15:clr>
            <a:srgbClr val="FBAE40"/>
          </p15:clr>
        </p15:guide>
        <p15:guide id="3" orient="horz" pos="1639" userDrawn="1">
          <p15:clr>
            <a:srgbClr val="FBAE40"/>
          </p15:clr>
        </p15:guide>
        <p15:guide id="4" orient="horz" pos="2590" userDrawn="1">
          <p15:clr>
            <a:srgbClr val="FBAE40"/>
          </p15:clr>
        </p15:guide>
        <p15:guide id="5" orient="horz" pos="2669" userDrawn="1">
          <p15:clr>
            <a:srgbClr val="FBAE40"/>
          </p15:clr>
        </p15:guide>
        <p15:guide id="6" orient="horz" pos="346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Logo">
            <a:extLst>
              <a:ext uri="{FF2B5EF4-FFF2-40B4-BE49-F238E27FC236}">
                <a16:creationId xmlns:a16="http://schemas.microsoft.com/office/drawing/2014/main" id="{43858496-C239-47F8-BDF4-1C95D89182D0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89593" y="1152144"/>
            <a:ext cx="7132831" cy="2044365"/>
          </a:xfrm>
          <a:ln w="0">
            <a:noFill/>
          </a:ln>
          <a:effectLst/>
        </p:spPr>
        <p:txBody>
          <a:bodyPr anchor="b" anchorCtr="0">
            <a:normAutofit/>
          </a:bodyPr>
          <a:lstStyle>
            <a:lvl1pPr algn="l">
              <a:lnSpc>
                <a:spcPct val="100000"/>
              </a:lnSpc>
              <a:defRPr sz="4000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Presentation title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55C2B86F-C1CA-4E64-9221-A99B4E89D289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3289593" y="3327191"/>
            <a:ext cx="7132831" cy="125436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noProof="1"/>
              <a:t>Name, Department, Date</a:t>
            </a:r>
          </a:p>
        </p:txBody>
      </p:sp>
      <p:pic>
        <p:nvPicPr>
          <p:cNvPr id="3" name="SuperGraphic">
            <a:extLst>
              <a:ext uri="{FF2B5EF4-FFF2-40B4-BE49-F238E27FC236}">
                <a16:creationId xmlns:a16="http://schemas.microsoft.com/office/drawing/2014/main" id="{8E3B306C-041F-4487-8C98-1BF9B6BE172F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742494" cy="6170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93031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2070" userDrawn="1">
          <p15:clr>
            <a:srgbClr val="FBAE40"/>
          </p15:clr>
        </p15:guide>
        <p15:guide id="2" pos="6566" userDrawn="1">
          <p15:clr>
            <a:srgbClr val="FBAE40"/>
          </p15:clr>
        </p15:guide>
        <p15:guide id="3" orient="horz" pos="2093" userDrawn="1">
          <p15:clr>
            <a:srgbClr val="FBAE40"/>
          </p15:clr>
        </p15:guide>
        <p15:guide id="4" orient="horz" pos="2014" userDrawn="1">
          <p15:clr>
            <a:srgbClr val="FBAE40"/>
          </p15:clr>
        </p15:guide>
        <p15:guide id="5" orient="horz" pos="3473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Logo">
            <a:extLst>
              <a:ext uri="{FF2B5EF4-FFF2-40B4-BE49-F238E27FC236}">
                <a16:creationId xmlns:a16="http://schemas.microsoft.com/office/drawing/2014/main" id="{E881C9CD-D10B-4CDB-B44D-3FBD5D07A516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6" name="Chapter_title">
            <a:extLst>
              <a:ext uri="{FF2B5EF4-FFF2-40B4-BE49-F238E27FC236}">
                <a16:creationId xmlns:a16="http://schemas.microsoft.com/office/drawing/2014/main" id="{EE80FFE3-B9B2-433E-9111-10990FD419A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7200" y="2602896"/>
            <a:ext cx="9268637" cy="2892602"/>
          </a:xfrm>
          <a:ln w="0">
            <a:noFill/>
          </a:ln>
          <a:effectLst/>
        </p:spPr>
        <p:txBody>
          <a:bodyPr anchor="t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4000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Chapter title</a:t>
            </a:r>
          </a:p>
        </p:txBody>
      </p:sp>
      <p:sp>
        <p:nvSpPr>
          <p:cNvPr id="3" name="RectangleCol">
            <a:extLst>
              <a:ext uri="{FF2B5EF4-FFF2-40B4-BE49-F238E27FC236}">
                <a16:creationId xmlns:a16="http://schemas.microsoft.com/office/drawing/2014/main" id="{5DD958C9-7251-4FEC-9785-C1A6CE9F6847}"/>
              </a:ext>
            </a:extLst>
          </p:cNvPr>
          <p:cNvSpPr>
            <a:spLocks noSelect="1" noChangeAspect="1"/>
          </p:cNvSpPr>
          <p:nvPr userDrawn="1"/>
        </p:nvSpPr>
        <p:spPr>
          <a:xfrm>
            <a:off x="0" y="99"/>
            <a:ext cx="10969625" cy="20556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EAE105-4DC3-4775-A78C-B758C32ACF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5781" y="98"/>
            <a:ext cx="2207942" cy="2055600"/>
          </a:xfrm>
        </p:spPr>
        <p:txBody>
          <a:bodyPr bIns="72000" anchor="ctr"/>
          <a:lstStyle>
            <a:lvl1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5000" b="1" kern="0" baseline="0">
                <a:solidFill>
                  <a:schemeClr val="bg1"/>
                </a:solidFill>
              </a:defRPr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/>
              <a:t>00</a:t>
            </a:r>
          </a:p>
        </p:txBody>
      </p:sp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80939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42" userDrawn="1">
          <p15:clr>
            <a:srgbClr val="FBAE40"/>
          </p15:clr>
        </p15:guide>
        <p15:guide id="2" pos="6185" userDrawn="1">
          <p15:clr>
            <a:srgbClr val="FBAE40"/>
          </p15:clr>
        </p15:guide>
        <p15:guide id="3" orient="horz" pos="1639" userDrawn="1">
          <p15:clr>
            <a:srgbClr val="FBAE40"/>
          </p15:clr>
        </p15:guide>
        <p15:guide id="4" orient="horz" pos="3463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ogo">
            <a:extLst>
              <a:ext uri="{FF2B5EF4-FFF2-40B4-BE49-F238E27FC236}">
                <a16:creationId xmlns:a16="http://schemas.microsoft.com/office/drawing/2014/main" id="{E5083679-3829-4F0B-9E1A-B4E6F314AFD2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6" name="Chapter_title">
            <a:extLst>
              <a:ext uri="{FF2B5EF4-FFF2-40B4-BE49-F238E27FC236}">
                <a16:creationId xmlns:a16="http://schemas.microsoft.com/office/drawing/2014/main" id="{EE80FFE3-B9B2-433E-9111-10990FD419A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79831" y="1200075"/>
            <a:ext cx="7072741" cy="3142785"/>
          </a:xfrm>
          <a:ln w="0">
            <a:noFill/>
          </a:ln>
          <a:effectLst/>
        </p:spPr>
        <p:txBody>
          <a:bodyPr anchor="t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4000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Chapter title</a:t>
            </a:r>
          </a:p>
        </p:txBody>
      </p:sp>
      <p:sp>
        <p:nvSpPr>
          <p:cNvPr id="3" name="RectangleCol">
            <a:extLst>
              <a:ext uri="{FF2B5EF4-FFF2-40B4-BE49-F238E27FC236}">
                <a16:creationId xmlns:a16="http://schemas.microsoft.com/office/drawing/2014/main" id="{5DD958C9-7251-4FEC-9785-C1A6CE9F6847}"/>
              </a:ext>
            </a:extLst>
          </p:cNvPr>
          <p:cNvSpPr>
            <a:spLocks noSelect="1" noChangeAspect="1"/>
          </p:cNvSpPr>
          <p:nvPr userDrawn="1"/>
        </p:nvSpPr>
        <p:spPr>
          <a:xfrm>
            <a:off x="-1" y="99"/>
            <a:ext cx="2739600" cy="6170514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EAE105-4DC3-4775-A78C-B758C32ACF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4400" y="99"/>
            <a:ext cx="2207942" cy="2055600"/>
          </a:xfrm>
        </p:spPr>
        <p:txBody>
          <a:bodyPr bIns="72000" anchor="ctr"/>
          <a:lstStyle>
            <a:lvl1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5000" b="1" kern="0" baseline="0">
                <a:solidFill>
                  <a:schemeClr val="bg1"/>
                </a:solidFill>
              </a:defRPr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/>
              <a:t>00</a:t>
            </a:r>
          </a:p>
        </p:txBody>
      </p:sp>
      <p:pic>
        <p:nvPicPr>
          <p:cNvPr id="5" name="SuperGraphic">
            <a:extLst>
              <a:ext uri="{FF2B5EF4-FFF2-40B4-BE49-F238E27FC236}">
                <a16:creationId xmlns:a16="http://schemas.microsoft.com/office/drawing/2014/main" id="{B93399BE-B0B2-44B3-8FAE-18A968B3CDA4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0799" y="0"/>
            <a:ext cx="68562" cy="6170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08143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2064" userDrawn="1">
          <p15:clr>
            <a:srgbClr val="FBAE40"/>
          </p15:clr>
        </p15:guide>
        <p15:guide id="2" pos="6524" userDrawn="1">
          <p15:clr>
            <a:srgbClr val="FBAE40"/>
          </p15:clr>
        </p15:guide>
        <p15:guide id="3" orient="horz" pos="754" userDrawn="1">
          <p15:clr>
            <a:srgbClr val="FBAE40"/>
          </p15:clr>
        </p15:guide>
        <p15:guide id="4" orient="horz" pos="2738" userDrawn="1">
          <p15:clr>
            <a:srgbClr val="FBAE40"/>
          </p15:clr>
        </p15:guide>
        <p15:guide id="5" pos="29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icture without tex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>
            <a:extLst>
              <a:ext uri="{FF2B5EF4-FFF2-40B4-BE49-F238E27FC236}">
                <a16:creationId xmlns:a16="http://schemas.microsoft.com/office/drawing/2014/main" id="{926F8EF2-FFD9-4D48-A076-77C0B811BAB0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10969625" cy="5536800"/>
          </a:xfrm>
          <a:blipFill dpi="0" rotWithShape="1">
            <a:blip r:embed="rId4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Insert photo</a:t>
            </a:r>
          </a:p>
        </p:txBody>
      </p:sp>
    </p:spTree>
    <p:extLst>
      <p:ext uri="{BB962C8B-B14F-4D97-AF65-F5344CB8AC3E}">
        <p14:creationId xmlns:p14="http://schemas.microsoft.com/office/powerpoint/2010/main" val="76580094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4" orient="horz" pos="3489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icture with tex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>
            <a:extLst>
              <a:ext uri="{FF2B5EF4-FFF2-40B4-BE49-F238E27FC236}">
                <a16:creationId xmlns:a16="http://schemas.microsoft.com/office/drawing/2014/main" id="{B77066FA-8AE8-47E2-8A79-1355389EE471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E3AE72B7-66D7-4755-9A92-9BAA3A80886F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10969625" cy="5536800"/>
          </a:xfrm>
          <a:blipFill dpi="0" rotWithShape="1">
            <a:blip r:embed="rId4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Insert photo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46B548-69AA-497B-BD64-E14E4F9EA5F6}"/>
              </a:ext>
            </a:extLst>
          </p:cNvPr>
          <p:cNvSpPr>
            <a:spLocks noGrp="1"/>
          </p:cNvSpPr>
          <p:nvPr>
            <p:ph type="body" sz="quarter" idx="2" hasCustomPrompt="1"/>
          </p:nvPr>
        </p:nvSpPr>
        <p:spPr>
          <a:xfrm>
            <a:off x="406800" y="1036800"/>
            <a:ext cx="3780000" cy="2484000"/>
          </a:xfrm>
          <a:solidFill>
            <a:schemeClr val="bg1"/>
          </a:solidFill>
        </p:spPr>
        <p:txBody>
          <a:bodyPr lIns="252000" tIns="216000" rIns="252000" bIns="216000">
            <a:normAutofit/>
          </a:bodyPr>
          <a:lstStyle>
            <a:lvl1pPr marL="0" indent="0">
              <a:buFontTx/>
              <a:buNone/>
              <a:defRPr/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 noProof="1"/>
              <a:t>Add Text</a:t>
            </a:r>
          </a:p>
        </p:txBody>
      </p:sp>
    </p:spTree>
    <p:extLst>
      <p:ext uri="{BB962C8B-B14F-4D97-AF65-F5344CB8AC3E}">
        <p14:creationId xmlns:p14="http://schemas.microsoft.com/office/powerpoint/2010/main" val="76489657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4" orient="horz" pos="3489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lit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Logo">
            <a:extLst>
              <a:ext uri="{FF2B5EF4-FFF2-40B4-BE49-F238E27FC236}">
                <a16:creationId xmlns:a16="http://schemas.microsoft.com/office/drawing/2014/main" id="{1630DC1C-C3C8-477E-AC19-4DC706EB4992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10969625" cy="3085200"/>
          </a:xfrm>
          <a:blipFill dpi="0" rotWithShape="1">
            <a:blip r:embed="rId4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Insert photo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990CB4FC-C276-4DB5-A6E3-49DD9BC66B63}"/>
              </a:ext>
            </a:extLst>
          </p:cNvPr>
          <p:cNvSpPr>
            <a:spLocks noGrp="1"/>
          </p:cNvSpPr>
          <p:nvPr>
            <p:ph type="body" sz="quarter" idx="2" hasCustomPrompt="1"/>
          </p:nvPr>
        </p:nvSpPr>
        <p:spPr>
          <a:xfrm>
            <a:off x="205199" y="3495705"/>
            <a:ext cx="10558800" cy="2041094"/>
          </a:xfr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/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 noProof="1"/>
              <a:t>Add Text</a:t>
            </a:r>
          </a:p>
        </p:txBody>
      </p:sp>
    </p:spTree>
    <p:extLst>
      <p:ext uri="{BB962C8B-B14F-4D97-AF65-F5344CB8AC3E}">
        <p14:creationId xmlns:p14="http://schemas.microsoft.com/office/powerpoint/2010/main" val="83206144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949" userDrawn="1">
          <p15:clr>
            <a:srgbClr val="FBAE40"/>
          </p15:clr>
        </p15:guide>
        <p15:guide id="4" orient="horz" pos="3489" userDrawn="1">
          <p15:clr>
            <a:srgbClr val="FBAE40"/>
          </p15:clr>
        </p15:guide>
        <p15:guide id="5" orient="horz" pos="220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lit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ogo">
            <a:extLst>
              <a:ext uri="{FF2B5EF4-FFF2-40B4-BE49-F238E27FC236}">
                <a16:creationId xmlns:a16="http://schemas.microsoft.com/office/drawing/2014/main" id="{FD4E5E48-387B-4CE0-80BE-1097F697DAD5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5486400" cy="6170400"/>
          </a:xfrm>
          <a:blipFill dpi="0" rotWithShape="1">
            <a:blip r:embed="rId3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Insert photo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D6647D1E-89E9-4244-B52F-555902731C7A}"/>
              </a:ext>
            </a:extLst>
          </p:cNvPr>
          <p:cNvSpPr>
            <a:spLocks noGrp="1"/>
          </p:cNvSpPr>
          <p:nvPr>
            <p:ph type="body" sz="quarter" idx="2" hasCustomPrompt="1"/>
          </p:nvPr>
        </p:nvSpPr>
        <p:spPr>
          <a:xfrm>
            <a:off x="5895302" y="410492"/>
            <a:ext cx="4596486" cy="5126308"/>
          </a:xfr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/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 noProof="1"/>
              <a:t>Add Text</a:t>
            </a:r>
          </a:p>
        </p:txBody>
      </p:sp>
      <p:pic>
        <p:nvPicPr>
          <p:cNvPr id="6" name="SuperGraphic">
            <a:extLst>
              <a:ext uri="{FF2B5EF4-FFF2-40B4-BE49-F238E27FC236}">
                <a16:creationId xmlns:a16="http://schemas.microsoft.com/office/drawing/2014/main" id="{2D38AACD-EB97-4B81-ACAA-2074E22BBC01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0799" y="0"/>
            <a:ext cx="68562" cy="6170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70059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456" userDrawn="1">
          <p15:clr>
            <a:srgbClr val="FBAE40"/>
          </p15:clr>
        </p15:guide>
        <p15:guide id="2" pos="6609" userDrawn="1">
          <p15:clr>
            <a:srgbClr val="FBAE40"/>
          </p15:clr>
        </p15:guide>
        <p15:guide id="3" orient="horz" pos="257" userDrawn="1">
          <p15:clr>
            <a:srgbClr val="FBAE40"/>
          </p15:clr>
        </p15:guide>
        <p15:guide id="4" orient="horz" pos="3489" userDrawn="1">
          <p15:clr>
            <a:srgbClr val="FBAE40"/>
          </p15:clr>
        </p15:guide>
        <p15:guide id="5" pos="3713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 logo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-1"/>
            <a:ext cx="10969625" cy="6102967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Insert photo</a:t>
            </a:r>
          </a:p>
        </p:txBody>
      </p:sp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6" name="Logo">
            <a:extLst>
              <a:ext uri="{FF2B5EF4-FFF2-40B4-BE49-F238E27FC236}">
                <a16:creationId xmlns:a16="http://schemas.microsoft.com/office/drawing/2014/main" id="{0C8D7868-566A-E406-AA76-0F7E438D3810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9672212" y="5561282"/>
            <a:ext cx="1231531" cy="506144"/>
          </a:xfrm>
          <a:blipFill>
            <a:blip r:embed="rId4"/>
            <a:stretch>
              <a:fillRect/>
            </a:stretch>
          </a:blipFill>
        </p:spPr>
        <p:txBody>
          <a:bodyPr anchor="t" anchorCtr="0"/>
          <a:lstStyle>
            <a:lvl1pPr marL="0" indent="0" algn="l">
              <a:buFontTx/>
              <a:buNone/>
              <a:defRPr sz="100">
                <a:noFill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 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5135774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4" orient="horz" pos="3844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 logo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-1" y="0"/>
            <a:ext cx="10899775" cy="61704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Insert photo</a:t>
            </a:r>
          </a:p>
        </p:txBody>
      </p:sp>
      <p:pic>
        <p:nvPicPr>
          <p:cNvPr id="6" name="SuperGraphic">
            <a:extLst>
              <a:ext uri="{FF2B5EF4-FFF2-40B4-BE49-F238E27FC236}">
                <a16:creationId xmlns:a16="http://schemas.microsoft.com/office/drawing/2014/main" id="{2D38AACD-EB97-4B81-ACAA-2074E22BBC01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0799" y="0"/>
            <a:ext cx="68562" cy="6170613"/>
          </a:xfrm>
          <a:prstGeom prst="rect">
            <a:avLst/>
          </a:prstGeom>
        </p:spPr>
      </p:pic>
      <p:sp>
        <p:nvSpPr>
          <p:cNvPr id="2" name="Logo">
            <a:extLst>
              <a:ext uri="{FF2B5EF4-FFF2-40B4-BE49-F238E27FC236}">
                <a16:creationId xmlns:a16="http://schemas.microsoft.com/office/drawing/2014/main" id="{F002D116-88B8-2720-FAAC-860765E59F72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9672212" y="5561282"/>
            <a:ext cx="1231531" cy="506144"/>
          </a:xfrm>
          <a:blipFill>
            <a:blip r:embed="rId4"/>
            <a:stretch>
              <a:fillRect/>
            </a:stretch>
          </a:blipFill>
        </p:spPr>
        <p:txBody>
          <a:bodyPr anchor="t" anchorCtr="0"/>
          <a:lstStyle>
            <a:lvl1pPr marL="0" indent="0" algn="l">
              <a:buFontTx/>
              <a:buNone/>
              <a:defRPr sz="100">
                <a:noFill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 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8232102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2" pos="6866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 Conten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DE43D273-A15E-4B64-AFD2-1388D749B6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15" name="Chapter_titleonly">
            <a:extLst>
              <a:ext uri="{FF2B5EF4-FFF2-40B4-BE49-F238E27FC236}">
                <a16:creationId xmlns:a16="http://schemas.microsoft.com/office/drawing/2014/main" id="{5B281E01-A653-4813-BC65-8900B31D115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0" name="AttachmentRemark">
            <a:extLst>
              <a:ext uri="{FF2B5EF4-FFF2-40B4-BE49-F238E27FC236}">
                <a16:creationId xmlns:a16="http://schemas.microsoft.com/office/drawing/2014/main" id="{8883D326-CEAD-4903-8269-B2D194C3C224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4D46C5CB-CB38-4AD2-99D2-34C738DF30C0}"/>
              </a:ext>
            </a:extLst>
          </p:cNvPr>
          <p:cNvSpPr>
            <a:spLocks noGrp="1"/>
          </p:cNvSpPr>
          <p:nvPr>
            <p:ph sz="quarter" idx="1" hasCustomPrompt="1"/>
          </p:nvPr>
        </p:nvSpPr>
        <p:spPr>
          <a:xfrm>
            <a:off x="205200" y="1296000"/>
            <a:ext cx="105588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3261F3-E57F-4170-BD7E-F44931BED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8977382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Vertical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pter_titleonly">
            <a:extLst>
              <a:ext uri="{FF2B5EF4-FFF2-40B4-BE49-F238E27FC236}">
                <a16:creationId xmlns:a16="http://schemas.microsoft.com/office/drawing/2014/main" id="{E29BFEC5-7639-4AE9-A818-5EB7EC3C9C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E99B80D-00FD-40C8-B929-FA71A2E035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4914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5853600" y="1295999"/>
            <a:ext cx="4914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2" name="AttachmentRemark">
            <a:extLst>
              <a:ext uri="{FF2B5EF4-FFF2-40B4-BE49-F238E27FC236}">
                <a16:creationId xmlns:a16="http://schemas.microsoft.com/office/drawing/2014/main" id="{0193DB20-8E77-4A05-AA77-554F32E8990F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6EE88F-E97F-46A3-8AB7-354C833CF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7876012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pos="3225" userDrawn="1">
          <p15:clr>
            <a:srgbClr val="FBAE40"/>
          </p15:clr>
        </p15:guide>
        <p15:guide id="9" pos="3687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3 Vertical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hapter_titleonly">
            <a:extLst>
              <a:ext uri="{FF2B5EF4-FFF2-40B4-BE49-F238E27FC236}">
                <a16:creationId xmlns:a16="http://schemas.microsoft.com/office/drawing/2014/main" id="{7CCAFAD8-87FF-4E8A-B13E-2709A28399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213B860-B040-4AA5-BCCF-91A137076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3168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7" name="Content Placeholder 2">
            <a:extLst>
              <a:ext uri="{FF2B5EF4-FFF2-40B4-BE49-F238E27FC236}">
                <a16:creationId xmlns:a16="http://schemas.microsoft.com/office/drawing/2014/main" id="{3F3E027D-9EE5-4C12-9974-36EA025C350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00600" y="1296000"/>
            <a:ext cx="3168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7596000" y="1295999"/>
            <a:ext cx="3168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3" name="AttachmentRemark">
            <a:extLst>
              <a:ext uri="{FF2B5EF4-FFF2-40B4-BE49-F238E27FC236}">
                <a16:creationId xmlns:a16="http://schemas.microsoft.com/office/drawing/2014/main" id="{79759149-285E-4F0E-938E-7199B34084BE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F85651-AA1F-4EE5-A69C-0361B9A97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0052008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pos="2126" userDrawn="1">
          <p15:clr>
            <a:srgbClr val="FBAE40"/>
          </p15:clr>
        </p15:guide>
        <p15:guide id="9" pos="2455" userDrawn="1">
          <p15:clr>
            <a:srgbClr val="FBAE40"/>
          </p15:clr>
        </p15:guide>
        <p15:guide id="10" pos="4453" userDrawn="1">
          <p15:clr>
            <a:srgbClr val="FBAE40"/>
          </p15:clr>
        </p15:guide>
        <p15:guide id="11" pos="478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4 Vertical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hapter_titleonly">
            <a:extLst>
              <a:ext uri="{FF2B5EF4-FFF2-40B4-BE49-F238E27FC236}">
                <a16:creationId xmlns:a16="http://schemas.microsoft.com/office/drawing/2014/main" id="{85E4898A-B45B-416F-8A7F-E57751056EE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A33F6F31-B924-4EAD-BDA8-332AAD2C41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5399"/>
            <a:ext cx="25416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877600" y="1295400"/>
            <a:ext cx="25416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5550000" y="1295399"/>
            <a:ext cx="25416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half" idx="4" hasCustomPrompt="1"/>
          </p:nvPr>
        </p:nvSpPr>
        <p:spPr>
          <a:xfrm>
            <a:off x="8222400" y="1295400"/>
            <a:ext cx="25416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4" name="AttachmentRemark">
            <a:extLst>
              <a:ext uri="{FF2B5EF4-FFF2-40B4-BE49-F238E27FC236}">
                <a16:creationId xmlns:a16="http://schemas.microsoft.com/office/drawing/2014/main" id="{3A9A741C-7644-4810-ABAF-465822FC0D76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E68EDC3-D46C-4E18-BC78-B9478A7BD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7631146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pos="1731" userDrawn="1">
          <p15:clr>
            <a:srgbClr val="FBAE40"/>
          </p15:clr>
        </p15:guide>
        <p15:guide id="9" pos="1810" userDrawn="1">
          <p15:clr>
            <a:srgbClr val="FBAE40"/>
          </p15:clr>
        </p15:guide>
        <p15:guide id="10" pos="3417" userDrawn="1">
          <p15:clr>
            <a:srgbClr val="FBAE40"/>
          </p15:clr>
        </p15:guide>
        <p15:guide id="11" pos="3495" userDrawn="1">
          <p15:clr>
            <a:srgbClr val="FBAE40"/>
          </p15:clr>
        </p15:guide>
        <p15:guide id="12" pos="5098" userDrawn="1">
          <p15:clr>
            <a:srgbClr val="FBAE40"/>
          </p15:clr>
        </p15:guide>
        <p15:guide id="13" pos="5177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2 Horizontal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pter_titleonly">
            <a:extLst>
              <a:ext uri="{FF2B5EF4-FFF2-40B4-BE49-F238E27FC236}">
                <a16:creationId xmlns:a16="http://schemas.microsoft.com/office/drawing/2014/main" id="{9398DDFA-1939-498B-8921-7DDB40481F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B79D08E-37B8-49BA-9E18-ED577CD999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105588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05200" y="3481200"/>
            <a:ext cx="105588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2" name="AttachmentRemark">
            <a:extLst>
              <a:ext uri="{FF2B5EF4-FFF2-40B4-BE49-F238E27FC236}">
                <a16:creationId xmlns:a16="http://schemas.microsoft.com/office/drawing/2014/main" id="{2E7C0809-54C2-4B00-97B9-AEB55C54DF36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337342F-2EB7-4EB1-963F-314A664F0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3956372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orient="horz" pos="2113" userDrawn="1">
          <p15:clr>
            <a:srgbClr val="FBAE40"/>
          </p15:clr>
        </p15:guide>
        <p15:guide id="9" orient="horz" pos="2192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2 x 2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hapter_titleonly">
            <a:extLst>
              <a:ext uri="{FF2B5EF4-FFF2-40B4-BE49-F238E27FC236}">
                <a16:creationId xmlns:a16="http://schemas.microsoft.com/office/drawing/2014/main" id="{90C8652B-1F43-4467-AC53-668A8D3D470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FDBB36D-E1FF-4336-B805-B8B7F4B25A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4914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3" hasCustomPrompt="1"/>
          </p:nvPr>
        </p:nvSpPr>
        <p:spPr>
          <a:xfrm>
            <a:off x="5850000" y="1295999"/>
            <a:ext cx="4914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205200" y="3481200"/>
            <a:ext cx="4914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half" idx="4" hasCustomPrompt="1"/>
          </p:nvPr>
        </p:nvSpPr>
        <p:spPr>
          <a:xfrm>
            <a:off x="5850000" y="3481200"/>
            <a:ext cx="4914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4" name="AttachmentRemark">
            <a:extLst>
              <a:ext uri="{FF2B5EF4-FFF2-40B4-BE49-F238E27FC236}">
                <a16:creationId xmlns:a16="http://schemas.microsoft.com/office/drawing/2014/main" id="{43F0E5D0-784C-433E-AAB0-40D43C1BCBAB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5D5130-F453-4F60-9091-CC67A9512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519359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orient="horz" pos="2113" userDrawn="1">
          <p15:clr>
            <a:srgbClr val="FBAE40"/>
          </p15:clr>
        </p15:guide>
        <p15:guide id="9" orient="horz" pos="2192" userDrawn="1">
          <p15:clr>
            <a:srgbClr val="FBAE40"/>
          </p15:clr>
        </p15:guide>
        <p15:guide id="10" pos="3225" userDrawn="1">
          <p15:clr>
            <a:srgbClr val="FBAE40"/>
          </p15:clr>
        </p15:guide>
        <p15:guide id="11" pos="3683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3 x 2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hapter_titleonly">
            <a:extLst>
              <a:ext uri="{FF2B5EF4-FFF2-40B4-BE49-F238E27FC236}">
                <a16:creationId xmlns:a16="http://schemas.microsoft.com/office/drawing/2014/main" id="{FEDBFC76-9F59-4A18-8E8B-EDDF9CC208B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0226D581-60F4-440B-A410-F6582BC0DC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3" hasCustomPrompt="1"/>
          </p:nvPr>
        </p:nvSpPr>
        <p:spPr>
          <a:xfrm>
            <a:off x="3900600" y="1295999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5" hasCustomPrompt="1"/>
          </p:nvPr>
        </p:nvSpPr>
        <p:spPr>
          <a:xfrm>
            <a:off x="7596000" y="1295999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half" idx="2" hasCustomPrompt="1"/>
          </p:nvPr>
        </p:nvSpPr>
        <p:spPr>
          <a:xfrm>
            <a:off x="205200" y="3481200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0" name="Content Placeholder 5"/>
          <p:cNvSpPr>
            <a:spLocks noGrp="1"/>
          </p:cNvSpPr>
          <p:nvPr>
            <p:ph sz="half" idx="4" hasCustomPrompt="1"/>
          </p:nvPr>
        </p:nvSpPr>
        <p:spPr>
          <a:xfrm>
            <a:off x="3900600" y="3481200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1" name="Content Placeholder 6"/>
          <p:cNvSpPr>
            <a:spLocks noGrp="1"/>
          </p:cNvSpPr>
          <p:nvPr>
            <p:ph sz="half" idx="6" hasCustomPrompt="1"/>
          </p:nvPr>
        </p:nvSpPr>
        <p:spPr>
          <a:xfrm>
            <a:off x="7596000" y="3481200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6" name="AttachmentRemark">
            <a:extLst>
              <a:ext uri="{FF2B5EF4-FFF2-40B4-BE49-F238E27FC236}">
                <a16:creationId xmlns:a16="http://schemas.microsoft.com/office/drawing/2014/main" id="{C680F8C7-4715-4E6C-829A-E87F16C03BB3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C4D98D-B6D0-4EAC-B595-B1B3F34F7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4825772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pos="2126" userDrawn="1">
          <p15:clr>
            <a:srgbClr val="FBAE40"/>
          </p15:clr>
        </p15:guide>
        <p15:guide id="9" pos="2457" userDrawn="1">
          <p15:clr>
            <a:srgbClr val="FBAE40"/>
          </p15:clr>
        </p15:guide>
        <p15:guide id="10" pos="4453" userDrawn="1">
          <p15:clr>
            <a:srgbClr val="FBAE40"/>
          </p15:clr>
        </p15:guide>
        <p15:guide id="11" pos="4782" userDrawn="1">
          <p15:clr>
            <a:srgbClr val="FBAE40"/>
          </p15:clr>
        </p15:guide>
        <p15:guide id="12" orient="horz" pos="2113" userDrawn="1">
          <p15:clr>
            <a:srgbClr val="FBAE40"/>
          </p15:clr>
        </p15:guide>
        <p15:guide id="13" orient="horz" pos="2192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4 x 2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hapter_titleonly">
            <a:extLst>
              <a:ext uri="{FF2B5EF4-FFF2-40B4-BE49-F238E27FC236}">
                <a16:creationId xmlns:a16="http://schemas.microsoft.com/office/drawing/2014/main" id="{20D581F7-7281-48B4-B67B-7228F84F398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C7544615-D17B-4350-B517-7E469AC91A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3" hasCustomPrompt="1"/>
          </p:nvPr>
        </p:nvSpPr>
        <p:spPr>
          <a:xfrm>
            <a:off x="2877600" y="1295999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58468F8D-277D-4F1A-84A1-62122010643F}"/>
              </a:ext>
            </a:extLst>
          </p:cNvPr>
          <p:cNvSpPr>
            <a:spLocks noGrp="1"/>
          </p:cNvSpPr>
          <p:nvPr>
            <p:ph sz="half" idx="5" hasCustomPrompt="1"/>
          </p:nvPr>
        </p:nvSpPr>
        <p:spPr>
          <a:xfrm>
            <a:off x="5550000" y="12960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4"/>
          <p:cNvSpPr>
            <a:spLocks noGrp="1"/>
          </p:cNvSpPr>
          <p:nvPr>
            <p:ph sz="half" idx="7" hasCustomPrompt="1"/>
          </p:nvPr>
        </p:nvSpPr>
        <p:spPr>
          <a:xfrm>
            <a:off x="8222400" y="1295999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half" idx="2" hasCustomPrompt="1"/>
          </p:nvPr>
        </p:nvSpPr>
        <p:spPr>
          <a:xfrm>
            <a:off x="205200" y="34812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0" name="Content Placeholder 6"/>
          <p:cNvSpPr>
            <a:spLocks noGrp="1"/>
          </p:cNvSpPr>
          <p:nvPr>
            <p:ph sz="half" idx="4" hasCustomPrompt="1"/>
          </p:nvPr>
        </p:nvSpPr>
        <p:spPr>
          <a:xfrm>
            <a:off x="2877600" y="34812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8" name="Content Placeholder 7">
            <a:extLst>
              <a:ext uri="{FF2B5EF4-FFF2-40B4-BE49-F238E27FC236}">
                <a16:creationId xmlns:a16="http://schemas.microsoft.com/office/drawing/2014/main" id="{B143799E-2832-49D7-9953-45BACACA7549}"/>
              </a:ext>
            </a:extLst>
          </p:cNvPr>
          <p:cNvSpPr>
            <a:spLocks noGrp="1"/>
          </p:cNvSpPr>
          <p:nvPr>
            <p:ph sz="half" idx="6" hasCustomPrompt="1"/>
          </p:nvPr>
        </p:nvSpPr>
        <p:spPr>
          <a:xfrm>
            <a:off x="5550000" y="34812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1" name="Content Placeholder 8"/>
          <p:cNvSpPr>
            <a:spLocks noGrp="1"/>
          </p:cNvSpPr>
          <p:nvPr>
            <p:ph sz="half" idx="8" hasCustomPrompt="1"/>
          </p:nvPr>
        </p:nvSpPr>
        <p:spPr>
          <a:xfrm>
            <a:off x="8222400" y="34812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21" name="AttachmentRemark">
            <a:extLst>
              <a:ext uri="{FF2B5EF4-FFF2-40B4-BE49-F238E27FC236}">
                <a16:creationId xmlns:a16="http://schemas.microsoft.com/office/drawing/2014/main" id="{60F530EA-2EFB-4DC6-BA26-465D18FD265B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FE2449-86F7-413D-AD74-17B8BDC57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33714214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orient="horz" pos="2113" userDrawn="1">
          <p15:clr>
            <a:srgbClr val="FBAE40"/>
          </p15:clr>
        </p15:guide>
        <p15:guide id="9" orient="horz" pos="2192" userDrawn="1">
          <p15:clr>
            <a:srgbClr val="FBAE40"/>
          </p15:clr>
        </p15:guide>
        <p15:guide id="10" pos="1731" userDrawn="1">
          <p15:clr>
            <a:srgbClr val="FBAE40"/>
          </p15:clr>
        </p15:guide>
        <p15:guide id="11" pos="1810" userDrawn="1">
          <p15:clr>
            <a:srgbClr val="FBAE40"/>
          </p15:clr>
        </p15:guide>
        <p15:guide id="12" pos="3416" userDrawn="1">
          <p15:clr>
            <a:srgbClr val="FBAE40"/>
          </p15:clr>
        </p15:guide>
        <p15:guide id="13" pos="3497" userDrawn="1">
          <p15:clr>
            <a:srgbClr val="FBAE40"/>
          </p15:clr>
        </p15:guide>
        <p15:guide id="14" pos="5098" userDrawn="1">
          <p15:clr>
            <a:srgbClr val="FBAE40"/>
          </p15:clr>
        </p15:guide>
        <p15:guide id="15" pos="5177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only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pter_titleonly"/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0" name="AttachmentRemark">
            <a:extLst>
              <a:ext uri="{FF2B5EF4-FFF2-40B4-BE49-F238E27FC236}">
                <a16:creationId xmlns:a16="http://schemas.microsoft.com/office/drawing/2014/main" id="{8883D326-CEAD-4903-8269-B2D194C3C224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CC74776-286D-45CF-B42A-A491ED08BE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Add Slide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D4A29A7-9E35-4523-8421-38341F67C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8222744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ttachmentRemark">
            <a:extLst>
              <a:ext uri="{FF2B5EF4-FFF2-40B4-BE49-F238E27FC236}">
                <a16:creationId xmlns:a16="http://schemas.microsoft.com/office/drawing/2014/main" id="{C868D9BE-A299-4D0B-87AF-B491FAE5FD28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0A8589-A8D2-4132-B89B-2FADFC125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0745518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Logo">
            <a:extLst>
              <a:ext uri="{FF2B5EF4-FFF2-40B4-BE49-F238E27FC236}">
                <a16:creationId xmlns:a16="http://schemas.microsoft.com/office/drawing/2014/main" id="{F38A617B-35DF-43CE-B5F7-67FA9A7F2474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5200" y="648000"/>
            <a:ext cx="10558800" cy="388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1"/>
              <a:t>Add Slide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5200" y="1296000"/>
            <a:ext cx="10558800" cy="4240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205200" y="5666400"/>
            <a:ext cx="288290" cy="41021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>
                <a:solidFill>
                  <a:srgbClr val="999FA6"/>
                </a:solidFill>
                <a:latin typeface="+mn-lt"/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14" name="Bosch_footer_1">
            <a:extLst>
              <a:ext uri="{FF2B5EF4-FFF2-40B4-BE49-F238E27FC236}">
                <a16:creationId xmlns:a16="http://schemas.microsoft.com/office/drawing/2014/main" id="{179AD5EC-CEF2-4193-998B-D730BC74E01B}"/>
              </a:ext>
            </a:extLst>
          </p:cNvPr>
          <p:cNvSpPr txBox="1"/>
          <p:nvPr userDrawn="1"/>
        </p:nvSpPr>
        <p:spPr>
          <a:xfrm>
            <a:off x="547200" y="5688000"/>
            <a:ext cx="9126000" cy="107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  <a:latin typeface="+mn-lt"/>
              </a:rPr>
              <a:t>Internal</a:t>
            </a:r>
            <a:r>
              <a:rPr lang="en-US" sz="600" kern="0" baseline="0" noProof="1">
                <a:solidFill>
                  <a:schemeClr val="tx1"/>
                </a:solidFill>
                <a:latin typeface="+mn-lt"/>
              </a:rPr>
              <a:t> | 2025-06-09</a:t>
            </a: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8" name="Bosch_footer_2">
            <a:extLst>
              <a:ext uri="{FF2B5EF4-FFF2-40B4-BE49-F238E27FC236}">
                <a16:creationId xmlns:a16="http://schemas.microsoft.com/office/drawing/2014/main" id="{C3D77AD5-379C-4A86-AFCF-32945A0FEE26}"/>
              </a:ext>
            </a:extLst>
          </p:cNvPr>
          <p:cNvSpPr txBox="1"/>
          <p:nvPr userDrawn="1"/>
        </p:nvSpPr>
        <p:spPr>
          <a:xfrm>
            <a:off x="547200" y="5793901"/>
            <a:ext cx="9126000" cy="215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0000"/>
              </a:lnSpc>
              <a:spcAft>
                <a:spcPts val="100"/>
              </a:spcAft>
            </a:pPr>
            <a:r>
              <a:rPr lang="en-US" sz="600" kern="0" baseline="0" noProof="1">
                <a:solidFill>
                  <a:srgbClr val="B2B3B5"/>
                </a:solidFill>
                <a:latin typeface="+mn-lt"/>
              </a:rPr>
              <a:t>© Robert Bosch GmbH 2025. All rights reserved, also regarding any disposal, exploitation, reproduction, editing, distribution, as well as in the event of applications for industrial property rights.</a:t>
            </a:r>
          </a:p>
        </p:txBody>
      </p:sp>
      <p:sp>
        <p:nvSpPr>
          <p:cNvPr id="15" name="Bosch_footer_1" hidden="1">
            <a:extLst>
              <a:ext uri="{FF2B5EF4-FFF2-40B4-BE49-F238E27FC236}">
                <a16:creationId xmlns:a16="http://schemas.microsoft.com/office/drawing/2014/main" id="{DB0BF576-A4BE-4521-98AB-F28795DF7BD0}"/>
              </a:ext>
            </a:extLst>
          </p:cNvPr>
          <p:cNvSpPr txBox="1"/>
          <p:nvPr userDrawn="1"/>
        </p:nvSpPr>
        <p:spPr>
          <a:xfrm>
            <a:off x="816069" y="5383543"/>
            <a:ext cx="9154800" cy="108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</a:rPr>
              <a:t>%confidentiality%</a:t>
            </a:r>
            <a:r>
              <a:rPr lang="en-US" sz="600" kern="0" baseline="0" noProof="1">
                <a:solidFill>
                  <a:schemeClr val="tx1"/>
                </a:solidFill>
              </a:rPr>
              <a:t>%businessunit%%departmentshort%%dateformat%</a:t>
            </a:r>
          </a:p>
        </p:txBody>
      </p:sp>
      <p:sp>
        <p:nvSpPr>
          <p:cNvPr id="9" name="Bosch_footer_2" hidden="1">
            <a:extLst>
              <a:ext uri="{FF2B5EF4-FFF2-40B4-BE49-F238E27FC236}">
                <a16:creationId xmlns:a16="http://schemas.microsoft.com/office/drawing/2014/main" id="{E897C98A-4665-443F-B1CF-E9B71E9916EC}"/>
              </a:ext>
            </a:extLst>
          </p:cNvPr>
          <p:cNvSpPr txBox="1"/>
          <p:nvPr userDrawn="1"/>
        </p:nvSpPr>
        <p:spPr>
          <a:xfrm>
            <a:off x="593090" y="5748656"/>
            <a:ext cx="9152890" cy="215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0000"/>
              </a:lnSpc>
              <a:spcAft>
                <a:spcPts val="100"/>
              </a:spcAft>
            </a:pPr>
            <a:r>
              <a:rPr lang="en-US" sz="600" kern="0" baseline="0" noProof="1">
                <a:solidFill>
                  <a:schemeClr val="tx1"/>
                </a:solidFill>
              </a:rPr>
              <a:t>%repositoryremark%</a:t>
            </a:r>
            <a:r>
              <a:rPr lang="en-US" sz="600" kern="0" baseline="0" noProof="1">
                <a:solidFill>
                  <a:srgbClr val="B2B3B5"/>
                </a:solidFill>
              </a:rPr>
              <a:t>%copyright%</a:t>
            </a:r>
          </a:p>
        </p:txBody>
      </p:sp>
      <p:sp>
        <p:nvSpPr>
          <p:cNvPr id="13" name="AttachmentRemark" hidden="1">
            <a:extLst>
              <a:ext uri="{FF2B5EF4-FFF2-40B4-BE49-F238E27FC236}">
                <a16:creationId xmlns:a16="http://schemas.microsoft.com/office/drawing/2014/main" id="{F41551A9-D6BA-431A-8DBF-55BA472D9657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%attachmentremark% </a:t>
            </a:r>
          </a:p>
        </p:txBody>
      </p:sp>
      <p:pic>
        <p:nvPicPr>
          <p:cNvPr id="12" name="SuperGraphic">
            <a:extLst>
              <a:ext uri="{FF2B5EF4-FFF2-40B4-BE49-F238E27FC236}">
                <a16:creationId xmlns:a16="http://schemas.microsoft.com/office/drawing/2014/main" id="{1E0562BC-DD12-4C96-A115-D2D70EC1366D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553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10" r:id="rId2"/>
    <p:sldLayoutId id="2147483713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46" r:id="rId11"/>
    <p:sldLayoutId id="2147483744" r:id="rId12"/>
    <p:sldLayoutId id="2147483724" r:id="rId13"/>
    <p:sldLayoutId id="2147483726" r:id="rId14"/>
    <p:sldLayoutId id="2147483727" r:id="rId15"/>
    <p:sldLayoutId id="2147483728" r:id="rId16"/>
    <p:sldLayoutId id="2147483729" r:id="rId17"/>
    <p:sldLayoutId id="2147483745" r:id="rId18"/>
    <p:sldLayoutId id="2147483723" r:id="rId19"/>
    <p:sldLayoutId id="2147483734" r:id="rId20"/>
  </p:sldLayoutIdLst>
  <p:hf hdr="0" ftr="0" dt="0"/>
  <p:txStyles>
    <p:titleStyle>
      <a:lvl1pPr algn="l" defTabSz="914333" rtl="0" eaLnBrk="1" latinLnBrk="0" hangingPunct="1">
        <a:lnSpc>
          <a:spcPct val="89000"/>
        </a:lnSpc>
        <a:spcBef>
          <a:spcPct val="0"/>
        </a:spcBef>
        <a:buNone/>
        <a:defRPr sz="28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30400" indent="-230400" algn="l" defTabSz="914333" rtl="0" eaLnBrk="1" latinLnBrk="0" hangingPunct="1">
        <a:lnSpc>
          <a:spcPct val="107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7600" indent="-230400" algn="l" defTabSz="914333" rtl="0" eaLnBrk="1" latinLnBrk="0" hangingPunct="1">
        <a:lnSpc>
          <a:spcPct val="103000"/>
        </a:lnSpc>
        <a:spcBef>
          <a:spcPts val="500"/>
        </a:spcBef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4800" indent="-230400" algn="l" defTabSz="914333" rtl="0" eaLnBrk="1" latinLnBrk="0" hangingPunct="1">
        <a:lnSpc>
          <a:spcPct val="102000"/>
        </a:lnSpc>
        <a:spcBef>
          <a:spcPts val="500"/>
        </a:spcBef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6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3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9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5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2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8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5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32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B89E0-89D9-4425-AE04-BF03119740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Responsible AI in Healthcare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39839-FCEA-4EC2-AD64-E9A6C386964E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/>
              <a:t>Abhiram Sharma, SX/EHB1-MM</a:t>
            </a:r>
          </a:p>
          <a:p>
            <a:r>
              <a:rPr lang="en-US" dirty="0"/>
              <a:t>16/05/2025 – 11/07/2025</a:t>
            </a:r>
          </a:p>
        </p:txBody>
      </p:sp>
    </p:spTree>
    <p:extLst>
      <p:ext uri="{BB962C8B-B14F-4D97-AF65-F5344CB8AC3E}">
        <p14:creationId xmlns:p14="http://schemas.microsoft.com/office/powerpoint/2010/main" val="28530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1AD59-A0DB-DD91-FEFC-976F499674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RespAv1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C1D153-295C-5F32-0EB7-9D2DABA34E17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/>
              <a:t>16/05/2025 – 23/05/2025</a:t>
            </a:r>
          </a:p>
        </p:txBody>
      </p:sp>
    </p:spTree>
    <p:extLst>
      <p:ext uri="{BB962C8B-B14F-4D97-AF65-F5344CB8AC3E}">
        <p14:creationId xmlns:p14="http://schemas.microsoft.com/office/powerpoint/2010/main" val="3216600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FA4B8-3778-F272-A499-E62167FB1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KPI Documentation Research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D13FAF-D6E5-8DD6-6A18-905F95CE841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RespAv2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E82607-5CD7-DD81-B3AF-626F26B26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3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9343045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B9A57-4DA2-EA88-9C2F-566BEDD8F1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8F5145-6FD3-1E9F-DDF8-5DA4003C908E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0987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5F2A1E3-EB90-908A-C042-DF547B8358E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FCDFB09-6108-614C-2FAE-375D4DA114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5131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B553B02-EC74-474E-5CDA-14B23C93430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A06DA-5A68-902A-A251-E4BB6B0E55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0007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C6F56AD8-ED81-5E3F-930F-1C9B7A62E98A}"/>
              </a:ext>
            </a:extLst>
          </p:cNvPr>
          <p:cNvSpPr>
            <a:spLocks noGrp="1"/>
          </p:cNvSpPr>
          <p:nvPr>
            <p:ph type="pic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5941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DDA9DC4B-FD9D-D886-EC56-3B1D1A33BE7A}"/>
              </a:ext>
            </a:extLst>
          </p:cNvPr>
          <p:cNvSpPr>
            <a:spLocks noGrp="1"/>
          </p:cNvSpPr>
          <p:nvPr>
            <p:ph type="pic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F377BF-26CC-BA3B-97DD-908D9F14BCC8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2187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2ED78B66-CBB4-92D4-A870-9DF951709BBF}"/>
              </a:ext>
            </a:extLst>
          </p:cNvPr>
          <p:cNvSpPr>
            <a:spLocks noGrp="1"/>
          </p:cNvSpPr>
          <p:nvPr>
            <p:ph type="pic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F81B31-BD37-DF5B-065C-F49302214264}"/>
              </a:ext>
            </a:extLst>
          </p:cNvPr>
          <p:cNvSpPr>
            <a:spLocks noGrp="1"/>
          </p:cNvSpPr>
          <p:nvPr>
            <p:ph type="body" sz="quarter" idx="99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0208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AXMLTEMPLATE" val="presentation_169"/>
  <p:tag name="SAXMLCOMPANYNAME" val="bosch"/>
  <p:tag name="MLLANGUAGE" val="eng"/>
  <p:tag name="MLTEMPLATEVERSION" val="2.1"/>
  <p:tag name="SAXCONVERSION" val="2"/>
</p:tagLst>
</file>

<file path=ppt/theme/theme1.xml><?xml version="1.0" encoding="utf-8"?>
<a:theme xmlns:a="http://schemas.openxmlformats.org/drawingml/2006/main" name="Bosch 2024">
  <a:themeElements>
    <a:clrScheme name="Bosch Blau">
      <a:dk1>
        <a:sysClr val="windowText" lastClr="000000"/>
      </a:dk1>
      <a:lt1>
        <a:sysClr val="window" lastClr="FFFFFF"/>
      </a:lt1>
      <a:dk2>
        <a:srgbClr val="424C58"/>
      </a:dk2>
      <a:lt2>
        <a:srgbClr val="B2B3B5"/>
      </a:lt2>
      <a:accent1>
        <a:srgbClr val="007BC0"/>
      </a:accent1>
      <a:accent2>
        <a:srgbClr val="004975"/>
      </a:accent2>
      <a:accent3>
        <a:srgbClr val="007BC0"/>
      </a:accent3>
      <a:accent4>
        <a:srgbClr val="004975"/>
      </a:accent4>
      <a:accent5>
        <a:srgbClr val="007BC0"/>
      </a:accent5>
      <a:accent6>
        <a:srgbClr val="004975"/>
      </a:accent6>
      <a:hlink>
        <a:srgbClr val="738CB4"/>
      </a:hlink>
      <a:folHlink>
        <a:srgbClr val="B0BBD0"/>
      </a:folHlink>
    </a:clrScheme>
    <a:fontScheme name="Bosch">
      <a:majorFont>
        <a:latin typeface="Bosch Office Sans"/>
        <a:ea typeface=""/>
        <a:cs typeface=""/>
      </a:majorFont>
      <a:minorFont>
        <a:latin typeface="Bosch Offic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9525" cap="flat" cmpd="sng" algn="ctr">
          <a:solidFill>
            <a:srgbClr val="3F136C"/>
          </a:solidFill>
          <a:prstDash val="solid"/>
        </a:ln>
        <a:effectLst/>
      </a:spPr>
      <a:bodyPr rtlCol="0" anchor="ctr"/>
      <a:lstStyle>
        <a:defPPr marL="0" marR="0" indent="0" algn="ctr" defTabSz="91440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 dirty="0" smtClean="0">
            <a:ln>
              <a:noFill/>
            </a:ln>
            <a:solidFill>
              <a:srgbClr val="000000"/>
            </a:solidFill>
            <a:effectLst/>
            <a:uLnTx/>
            <a:uFillTx/>
            <a:latin typeface="Bosch Office Sans"/>
            <a:ea typeface="+mn-ea"/>
            <a:cs typeface="+mn-cs"/>
          </a:defRPr>
        </a:defPPr>
      </a:lstStyle>
    </a:spDef>
    <a:txDef>
      <a:spPr>
        <a:noFill/>
      </a:spPr>
      <a:bodyPr wrap="square" lIns="0" tIns="0" rIns="0" bIns="0" rtlCol="0">
        <a:noAutofit/>
      </a:bodyPr>
      <a:lstStyle>
        <a:defPPr marR="0" algn="l" defTabSz="914400" eaLnBrk="1" fontAlgn="auto" latinLnBrk="0" hangingPunct="1">
          <a:spcBef>
            <a:spcPts val="50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 smtClean="0">
            <a:ln>
              <a:noFill/>
            </a:ln>
            <a:solidFill>
              <a:srgbClr val="000000"/>
            </a:solidFill>
            <a:effectLst/>
            <a:uLnTx/>
            <a:uFillTx/>
          </a:defRPr>
        </a:defPPr>
      </a:lstStyle>
    </a:txDef>
  </a:objectDefaults>
  <a:extraClrSchemeLst/>
  <a:custClrLst>
    <a:custClr name="Bosch Red 50">
      <a:srgbClr val="ED0007"/>
    </a:custClr>
    <a:custClr name="Bosch Purple 40">
      <a:srgbClr val="9E2896"/>
    </a:custClr>
    <a:custClr name="Bosch Purple 20">
      <a:srgbClr val="551151"/>
    </a:custClr>
    <a:custClr name="Bosch Blue 50">
      <a:srgbClr val="007BC0"/>
    </a:custClr>
    <a:custClr name="Bosch Blue 30">
      <a:srgbClr val="004975"/>
    </a:custClr>
    <a:custClr name="Bosch Turquoise 50">
      <a:srgbClr val="18837E"/>
    </a:custClr>
    <a:custClr name="Bosch Turquoise 30">
      <a:srgbClr val="0A4F4B"/>
    </a:custClr>
    <a:custClr name="Bosch Green 50">
      <a:srgbClr val="00884A"/>
    </a:custClr>
    <a:custClr name="Bosch Green 30">
      <a:srgbClr val="00512A"/>
    </a:custClr>
    <a:custClr name="Bosch Gray 50">
      <a:srgbClr val="71767C"/>
    </a:custClr>
  </a:custClrLst>
  <a:extLst>
    <a:ext uri="{05A4C25C-085E-4340-85A3-A5531E510DB2}">
      <thm15:themeFamily xmlns:thm15="http://schemas.microsoft.com/office/thememl/2012/main" name="template1.potx" id="{BD6EC1D4-B152-4B75-85DB-48DC16B7ED8A}" vid="{233A9649-CE92-4BEC-B45F-441AA90A9001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sax_Colors>
  <Line size="7">
    <Color val="9e2896" tooltip="Bosch Purple 40"/>
    <Color val="551151" tooltip="Bosch Purple 20"/>
  </Line>
  <Line size="7">
    <Color val="007bc0" tooltip="Bosch Blue 50"/>
    <Color val="004975" tooltip="Bosch Blue 30"/>
  </Line>
  <Line size="7">
    <Color val="18837e" tooltip="Bosch Turquoise 50"/>
    <Color val="0a4f4b" tooltip="Bosch Turquoise 30"/>
  </Line>
  <Line size="7">
    <Color val="00884a" tooltip="Bosch Green 50"/>
    <Color val="00512a" tooltip="Bosch Green 30"/>
  </Line>
</sax_Colors>
</file>

<file path=customXml/item2.xml><?xml version="1.0" encoding="utf-8"?>
<saxML>
  <saxMLTemplate>presentation_169</saxMLTemplate>
  <Variablen>
    <Variable>
      <Name>attachmentremark</Name>
      <OrgInhalt/>
      <Wert/>
      <Platzhalter>False</Platzhalter>
      <DocDatenDialog>True</DocDatenDialog>
      <Label>Attachment</Label>
      <FrageVar>False</FrageVar>
      <Prefix/>
      <Suffix/>
      <WegfallVar/>
      <MussFeld>False</MussFeld>
      <InDokument>True</InDokument>
      <Sektion>AttachmentRemark</Sektion>
      <Reihenfolge>0</Reihenfolge>
    </Variable>
    <Variable>
      <Name>departmentshort</Name>
      <OrgInhalt/>
      <Wert/>
      <Platzhalter>False</Platzhalter>
      <DocDatenDialog>True</DocDatenDialog>
      <Label>Authoring</Label>
      <FrageVar>False</FrageVar>
      <Prefix/>
      <Suffix/>
      <WegfallVar/>
      <MussFeld>False</MussFeld>
      <Trenner>
        <VariableVor>confidentiality</VariableVor>
        <VariableVor>businessunit</VariableVor>
        <Zwischen> | </Zwischen>
        <VariableNach>departmentshort</VariableNach>
      </Trenner>
      <InDokument>True</InDokument>
      <Sektion>Bosch_footer_1</Sektion>
      <Reihenfolge/>
    </Variable>
    <Variable>
      <Name>confidentiality</Name>
      <OrgInhalt>Internal</OrgInhalt>
      <Wert>Internal</Wert>
      <Platzhalter>False</Platzhalter>
      <DocDatenDialog>True</DocDatenDialog>
      <Label>Notation of confidentiality</Label>
      <FrageVar>False</FrageVar>
      <Prefix/>
      <Suffix/>
      <WegfallVar/>
      <ComboBox>
        <Option>Internal</Option>
        <Option>Confidential</Option>
        <Option>Strictly confidential</Option>
        <Option/>
      </ComboBox>
      <MussFeld>False</MussFeld>
      <InDokument>True</InDokument>
      <Sektion>Bosch_footer_1</Sektion>
      <Reihenfolge>0</Reihenfolge>
    </Variable>
    <Variable>
      <Name>copyright</Name>
      <OrgInhalt>© Robert Bosch GmbH 2025. All rights reserved, also regarding any disposal, exploitation, reproduction, editing, distribution, as well as in the event of applications for industrial property rights.</OrgInhalt>
      <Wert>© Robert Bosch GmbH 2025. All rights reserved, also regarding any disposal, exploitation, reproduction, editing, distribution, as well as in the event of applications for industrial property rights.</Wert>
      <Platzhalter>False</Platzhalter>
      <DocDatenDialog>False</DocDatenDialog>
      <Label>$tr_copyright$</Label>
      <FrageVar>False</FrageVar>
      <Prefix/>
      <Suffix/>
      <WegfallVar/>
      <MussFeld>False</MussFeld>
      <Trenner>
        <VariableVor>repositoryremark</VariableVor>
        <Zwischen>&lt;br&gt;</Zwischen>
        <VariableNach>copyright</VariableNach>
      </Trenner>
      <InDokument>True</InDokument>
      <Sektion>Bosch_footer_2</Sektion>
      <Reihenfolge/>
    </Variable>
    <Variable>
      <Name>dateformat</Name>
      <OrgInhalt>2025-06-09</OrgInhalt>
      <Wert>2025-06-09</Wert>
      <Platzhalter>False</Platzhalter>
      <DocDatenDialog>True</DocDatenDialog>
      <Label>Date</Label>
      <FrageVar>False</FrageVar>
      <Prefix/>
      <Suffix/>
      <WegfallVar/>
      <MussFeld>False</MussFeld>
      <Trenner>
        <VariableVor>departmentshort</VariableVor>
        <VariableVor>confidentiality</VariableVor>
        <VariableVor>businessunit</VariableVor>
        <Zwischen> | </Zwischen>
        <VariableNach>dateformat</VariableNach>
      </Trenner>
      <InDokument>True</InDokument>
      <Sektion>Bosch_footer_1</Sektion>
      <Reihenfolge>0</Reihenfolge>
    </Variable>
    <Variable>
      <Name>businessunit</Name>
      <OrgInhalt/>
      <Wert/>
      <Platzhalter>False</Platzhalter>
      <DocDatenDialog>False</DocDatenDialog>
      <Label>$tr_businessunit$</Label>
      <FrageVar>False</FrageVar>
      <Prefix/>
      <Suffix/>
      <WegfallVar/>
      <MussFeld>False</MussFeld>
      <Trenner>
        <VariableVor>confidentiality</VariableVor>
        <Zwischen> | </Zwischen>
        <VariableNach>businessunit</VariableNach>
      </Trenner>
      <InDokument>True</InDokument>
      <Sektion>Bosch_footer_1</Sektion>
      <Reihenfolge>0</Reihenfolge>
    </Variable>
    <Variable>
      <Name>repositoryremark</Name>
      <OrgInhalt/>
      <Wert/>
      <Platzhalter>False</Platzhalter>
      <DocDatenDialog>True</DocDatenDialog>
      <Label>Filing note</Label>
      <FrageVar>False</FrageVar>
      <Prefix/>
      <Suffix/>
      <WegfallVar/>
      <MussFeld>False</MussFeld>
      <InDokument>True</InDokument>
      <Sektion>Bosch_footer_2</Sektion>
      <Reihenfolge>0</Reihenfolge>
    </Variable>
  </Variablen>
</saxML>
</file>

<file path=customXml/itemProps1.xml><?xml version="1.0" encoding="utf-8"?>
<ds:datastoreItem xmlns:ds="http://schemas.openxmlformats.org/officeDocument/2006/customXml" ds:itemID="{D0252559-44F8-474C-B66D-E357B88E32C2}">
  <ds:schemaRefs/>
</ds:datastoreItem>
</file>

<file path=customXml/itemProps2.xml><?xml version="1.0" encoding="utf-8"?>
<ds:datastoreItem xmlns:ds="http://schemas.openxmlformats.org/officeDocument/2006/customXml" ds:itemID="{304CF217-3C90-4AA0-B541-CE45F9BD305E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presentation_169_1</Template>
  <TotalTime>651</TotalTime>
  <Words>22</Words>
  <Application>Microsoft Office PowerPoint</Application>
  <PresentationFormat>Custom</PresentationFormat>
  <Paragraphs>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Bosch Office Sans</vt:lpstr>
      <vt:lpstr>Calibri</vt:lpstr>
      <vt:lpstr>Symbol</vt:lpstr>
      <vt:lpstr>Wingdings</vt:lpstr>
      <vt:lpstr>Bosch 2024</vt:lpstr>
      <vt:lpstr>Responsible AI in Healthcare</vt:lpstr>
      <vt:lpstr>RespAv1</vt:lpstr>
      <vt:lpstr>KPI Documentation Research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Bosch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FIXED-TERM Sharma Abhiram (SX/EHB1-MM)</dc:creator>
  <cp:lastModifiedBy>FIXED-TERM Sharma Abhiram (SX/EHB1-MM)</cp:lastModifiedBy>
  <cp:revision>21</cp:revision>
  <dcterms:created xsi:type="dcterms:W3CDTF">2025-06-09T07:38:10Z</dcterms:created>
  <dcterms:modified xsi:type="dcterms:W3CDTF">2025-06-30T03:38:20Z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ttachmentremark">
    <vt:lpwstr>$attachmentremark$</vt:lpwstr>
  </property>
  <property fmtid="{D5CDD505-2E9C-101B-9397-08002B2CF9AE}" pid="3" name="confidentiality">
    <vt:lpwstr>$confidentiality_internal$</vt:lpwstr>
  </property>
  <property fmtid="{D5CDD505-2E9C-101B-9397-08002B2CF9AE}" pid="4" name="copyright">
    <vt:lpwstr>$copyright$</vt:lpwstr>
  </property>
  <property fmtid="{D5CDD505-2E9C-101B-9397-08002B2CF9AE}" pid="5" name="dateformat">
    <vt:lpwstr>$dateformat$</vt:lpwstr>
  </property>
  <property fmtid="{D5CDD505-2E9C-101B-9397-08002B2CF9AE}" pid="6" name="businessunit">
    <vt:lpwstr>$businessunit$</vt:lpwstr>
  </property>
  <property fmtid="{D5CDD505-2E9C-101B-9397-08002B2CF9AE}" pid="7" name="repositoryremark">
    <vt:lpwstr>$repositoryremark$</vt:lpwstr>
  </property>
</Properties>
</file>